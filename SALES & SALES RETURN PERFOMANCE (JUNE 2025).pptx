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7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59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773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83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65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34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81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58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794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38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49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26D0231-5007-451C-9064-D814782F693D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C5E0E5D-0659-49F8-B6D3-FE94641F811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80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EC1D-4AAD-2840-637D-438C970340E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993058" y="1536648"/>
            <a:ext cx="10205883" cy="2172929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latin typeface="Baskerville Old Face" panose="02020602080505020303" pitchFamily="18" charset="0"/>
                <a:cs typeface="Times New Roman" panose="02020603050405020304" pitchFamily="18" charset="0"/>
              </a:rPr>
              <a:t>SALES &amp; SALES RETURN PERFOMANCE ( JUNE 2025 )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7C7BF-3A95-1DBB-7458-16215BC1B18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163665" y="5364111"/>
            <a:ext cx="3028335" cy="892636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400" dirty="0">
                <a:solidFill>
                  <a:schemeClr val="tx1"/>
                </a:solidFill>
                <a:latin typeface="Franklin Gothic Book" panose="020B0503020102020204" pitchFamily="34" charset="0"/>
              </a:rPr>
              <a:t>WAFA SHAKKIR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  <a:latin typeface="Franklin Gothic Book" panose="020B0503020102020204" pitchFamily="34" charset="0"/>
              </a:rPr>
              <a:t>DATA ANALYST INTERN</a:t>
            </a:r>
          </a:p>
        </p:txBody>
      </p:sp>
    </p:spTree>
    <p:extLst>
      <p:ext uri="{BB962C8B-B14F-4D97-AF65-F5344CB8AC3E}">
        <p14:creationId xmlns:p14="http://schemas.microsoft.com/office/powerpoint/2010/main" val="119383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34A8-E1C8-F44F-2B48-F48CA2BE2D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40658" y="-246421"/>
            <a:ext cx="10515600" cy="1325562"/>
          </a:xfrm>
        </p:spPr>
        <p:txBody>
          <a:bodyPr>
            <a:normAutofit/>
          </a:bodyPr>
          <a:lstStyle/>
          <a:p>
            <a:pPr algn="just"/>
            <a:r>
              <a:rPr lang="en-IN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v/s SALES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756C6-AE6E-E3E8-0708-99194AD92F1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40658" y="1253331"/>
            <a:ext cx="10515600" cy="4351338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two dashboards (sales performance and sales return) and identify strengths, weaknesses and business insights.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strategic decision making.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High vs Returns Low.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performance with minimal returns.</a:t>
            </a:r>
          </a:p>
        </p:txBody>
      </p:sp>
    </p:spTree>
    <p:extLst>
      <p:ext uri="{BB962C8B-B14F-4D97-AF65-F5344CB8AC3E}">
        <p14:creationId xmlns:p14="http://schemas.microsoft.com/office/powerpoint/2010/main" val="29588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23F5-1F14-4A3A-464D-40F980360E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399" y="-334297"/>
            <a:ext cx="10515600" cy="1325563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E3B1E-35B5-0A3B-4BDF-A1B78369BAF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14399" y="991266"/>
            <a:ext cx="10515600" cy="435133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Amount, Qty, Product, GST.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KPIs 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Performance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 Performance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Quantity</a:t>
            </a:r>
          </a:p>
          <a:p>
            <a:pPr marL="514350" indent="-514350">
              <a:buAutoNum type="arabicPeriod" startAt="3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and consistent performance.</a:t>
            </a:r>
          </a:p>
          <a:p>
            <a:pPr marL="514350" indent="-514350">
              <a:buFont typeface="Arial" panose="020B0604020202020204" pitchFamily="34" charset="0"/>
              <a:buAutoNum type="arabicPeriod" startAt="3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products drive sales.</a:t>
            </a:r>
          </a:p>
          <a:p>
            <a:pPr marL="0" indent="0">
              <a:buNone/>
            </a:pPr>
            <a:endParaRPr lang="en-IN" sz="2400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72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31BBD-DB0B-7A9A-B348-DC23170DDD0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34062" y="-372397"/>
            <a:ext cx="10515600" cy="1325562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RETURN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C5617-566D-0417-4B97-DB235B969F0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4062" y="95316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Return Amount, Quantity, Product.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KPIs: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Return Amount.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Voucher numbers in sales return.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 Returns.</a:t>
            </a:r>
          </a:p>
          <a:p>
            <a:pPr marL="514350" indent="-514350">
              <a:buAutoNum type="arabicPeriod" startAt="3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but critical returns.</a:t>
            </a:r>
          </a:p>
          <a:p>
            <a:pPr marL="457200" indent="-457200">
              <a:buFont typeface="Arial" panose="020B0604020202020204" pitchFamily="34" charset="0"/>
              <a:buAutoNum type="arabicPeriod" startAt="3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products have higher returns.</a:t>
            </a:r>
          </a:p>
        </p:txBody>
      </p:sp>
    </p:spTree>
    <p:extLst>
      <p:ext uri="{BB962C8B-B14F-4D97-AF65-F5344CB8AC3E}">
        <p14:creationId xmlns:p14="http://schemas.microsoft.com/office/powerpoint/2010/main" val="1023446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4E36-375E-57A1-DF2E-DB3482CB34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34065" y="-301703"/>
            <a:ext cx="10515600" cy="1325563"/>
          </a:xfrm>
        </p:spPr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83628-0BCF-63AD-6506-39A0869B4F8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4065" y="1023860"/>
            <a:ext cx="10515600" cy="52911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1.   </a:t>
            </a: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PERFOMANCE: 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best-selling product.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revenue growth.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 customer contribution.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sales distribution.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 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onsistent with peaks.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/>
              <a:t>2.   </a:t>
            </a:r>
            <a:r>
              <a:rPr lang="en-US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RETURNS: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 return products.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quality issues.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Analyse customer return behaviour.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return trends.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 spikes trends.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852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F4AD-B77E-AF0E-91E0-9CCB656F7A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53729" y="-304800"/>
            <a:ext cx="10515600" cy="1325563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34378-4D16-0AFB-B0E0-7A4A8560B3F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53729" y="1020763"/>
            <a:ext cx="10515600" cy="435133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returns in few products.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Unusual spikes.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needed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904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EAEF6-FB26-8D7D-DFFC-D38E356F4B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294968"/>
            <a:ext cx="10515600" cy="1325563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5100F-4FEC-FC75-6A71-A035C5708DA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030595"/>
            <a:ext cx="10515600" cy="43513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impacts: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</a:p>
        </p:txBody>
      </p:sp>
    </p:spTree>
    <p:extLst>
      <p:ext uri="{BB962C8B-B14F-4D97-AF65-F5344CB8AC3E}">
        <p14:creationId xmlns:p14="http://schemas.microsoft.com/office/powerpoint/2010/main" val="1270612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E8B31-C17D-2F34-289F-21E5E6AECA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44462"/>
            <a:ext cx="10515600" cy="1325562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50AC8-C54C-DB98-FC2F-3892CD8E5E6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181100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quality.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packaging.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returns.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feedback.</a:t>
            </a:r>
          </a:p>
        </p:txBody>
      </p:sp>
    </p:spTree>
    <p:extLst>
      <p:ext uri="{BB962C8B-B14F-4D97-AF65-F5344CB8AC3E}">
        <p14:creationId xmlns:p14="http://schemas.microsoft.com/office/powerpoint/2010/main" val="2213298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359A07-E052-6FB8-ECBD-542E9C576EA4}"/>
              </a:ext>
            </a:extLst>
          </p:cNvPr>
          <p:cNvSpPr txBox="1"/>
          <p:nvPr/>
        </p:nvSpPr>
        <p:spPr>
          <a:xfrm>
            <a:off x="3048000" y="2236338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dirty="0">
                <a:latin typeface="Algerian" panose="04020705040A02060702" pitchFamily="82" charset="0"/>
              </a:rPr>
              <a:t>THANK YOU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50700124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332</TotalTime>
  <Words>234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Algerian</vt:lpstr>
      <vt:lpstr>Arial</vt:lpstr>
      <vt:lpstr>Baskerville Old Face</vt:lpstr>
      <vt:lpstr>Calibri</vt:lpstr>
      <vt:lpstr>Calibri Light</vt:lpstr>
      <vt:lpstr>Courier New</vt:lpstr>
      <vt:lpstr>Franklin Gothic Book</vt:lpstr>
      <vt:lpstr>Times New Roman</vt:lpstr>
      <vt:lpstr>Wingdings</vt:lpstr>
      <vt:lpstr>Retrospect</vt:lpstr>
      <vt:lpstr>SALES &amp; SALES RETURN PERFOMANCE ( JUNE 2025 )</vt:lpstr>
      <vt:lpstr>SALES v/s SALES RETURN</vt:lpstr>
      <vt:lpstr>SALES PERFOMANCE</vt:lpstr>
      <vt:lpstr>SALES RETURN</vt:lpstr>
      <vt:lpstr>KEY INSIGHTS</vt:lpstr>
      <vt:lpstr>PROBLEMS IDENTIFIED</vt:lpstr>
      <vt:lpstr>IMPACTS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WAFA SHAKKIR</dc:creator>
  <cp:lastModifiedBy>WAFA SHAKKIR</cp:lastModifiedBy>
  <cp:revision>5</cp:revision>
  <dcterms:created xsi:type="dcterms:W3CDTF">2026-03-30T06:08:57Z</dcterms:created>
  <dcterms:modified xsi:type="dcterms:W3CDTF">2026-03-31T06:32:02Z</dcterms:modified>
</cp:coreProperties>
</file>