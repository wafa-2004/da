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8ACB0D-B035-49A8-B519-6BBB75850C5C}" v="5" dt="2026-02-15T11:30:27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FA SHAKKIR" userId="f62be8ebcd01d2c5" providerId="LiveId" clId="{426187BB-FA71-4934-AD60-370FFFF4AE93}"/>
    <pc:docChg chg="undo custSel addSld delSld modSld">
      <pc:chgData name="WAFA SHAKKIR" userId="f62be8ebcd01d2c5" providerId="LiveId" clId="{426187BB-FA71-4934-AD60-370FFFF4AE93}" dt="2026-02-16T05:14:15.151" v="1597" actId="2711"/>
      <pc:docMkLst>
        <pc:docMk/>
      </pc:docMkLst>
      <pc:sldChg chg="delSp del mod">
        <pc:chgData name="WAFA SHAKKIR" userId="f62be8ebcd01d2c5" providerId="LiveId" clId="{426187BB-FA71-4934-AD60-370FFFF4AE93}" dt="2026-02-15T10:56:34.762" v="1374" actId="2696"/>
        <pc:sldMkLst>
          <pc:docMk/>
          <pc:sldMk cId="2580375899" sldId="257"/>
        </pc:sldMkLst>
        <pc:picChg chg="del">
          <ac:chgData name="WAFA SHAKKIR" userId="f62be8ebcd01d2c5" providerId="LiveId" clId="{426187BB-FA71-4934-AD60-370FFFF4AE93}" dt="2026-02-15T10:56:23.479" v="1373" actId="478"/>
          <ac:picMkLst>
            <pc:docMk/>
            <pc:sldMk cId="2580375899" sldId="257"/>
            <ac:picMk id="5" creationId="{8B1BE33F-1159-54F1-E14C-F4231D44A2DE}"/>
          </ac:picMkLst>
        </pc:picChg>
      </pc:sldChg>
      <pc:sldChg chg="modSp mod">
        <pc:chgData name="WAFA SHAKKIR" userId="f62be8ebcd01d2c5" providerId="LiveId" clId="{426187BB-FA71-4934-AD60-370FFFF4AE93}" dt="2026-02-15T11:35:51.578" v="1580" actId="2711"/>
        <pc:sldMkLst>
          <pc:docMk/>
          <pc:sldMk cId="3809548750" sldId="258"/>
        </pc:sldMkLst>
        <pc:spChg chg="mod">
          <ac:chgData name="WAFA SHAKKIR" userId="f62be8ebcd01d2c5" providerId="LiveId" clId="{426187BB-FA71-4934-AD60-370FFFF4AE93}" dt="2026-02-15T11:31:48.659" v="1577" actId="2711"/>
          <ac:spMkLst>
            <pc:docMk/>
            <pc:sldMk cId="3809548750" sldId="258"/>
            <ac:spMk id="4" creationId="{DDA75DAE-F2EC-749B-56DA-332DFA28958C}"/>
          </ac:spMkLst>
        </pc:spChg>
        <pc:spChg chg="mod">
          <ac:chgData name="WAFA SHAKKIR" userId="f62be8ebcd01d2c5" providerId="LiveId" clId="{426187BB-FA71-4934-AD60-370FFFF4AE93}" dt="2026-02-15T11:35:51.578" v="1580" actId="2711"/>
          <ac:spMkLst>
            <pc:docMk/>
            <pc:sldMk cId="3809548750" sldId="258"/>
            <ac:spMk id="5" creationId="{5AE82E7B-C97A-A86F-F17D-5E221EF38FBC}"/>
          </ac:spMkLst>
        </pc:spChg>
      </pc:sldChg>
      <pc:sldChg chg="modSp mod">
        <pc:chgData name="WAFA SHAKKIR" userId="f62be8ebcd01d2c5" providerId="LiveId" clId="{426187BB-FA71-4934-AD60-370FFFF4AE93}" dt="2026-02-16T05:09:42.931" v="1586" actId="2711"/>
        <pc:sldMkLst>
          <pc:docMk/>
          <pc:sldMk cId="1328327107" sldId="259"/>
        </pc:sldMkLst>
        <pc:spChg chg="mod">
          <ac:chgData name="WAFA SHAKKIR" userId="f62be8ebcd01d2c5" providerId="LiveId" clId="{426187BB-FA71-4934-AD60-370FFFF4AE93}" dt="2026-02-16T05:09:42.931" v="1586" actId="2711"/>
          <ac:spMkLst>
            <pc:docMk/>
            <pc:sldMk cId="1328327107" sldId="259"/>
            <ac:spMk id="2" creationId="{4E748E80-4063-EF62-A368-FF5F8A347F90}"/>
          </ac:spMkLst>
        </pc:spChg>
        <pc:spChg chg="mod">
          <ac:chgData name="WAFA SHAKKIR" userId="f62be8ebcd01d2c5" providerId="LiveId" clId="{426187BB-FA71-4934-AD60-370FFFF4AE93}" dt="2026-02-15T07:27:03.993" v="29" actId="1076"/>
          <ac:spMkLst>
            <pc:docMk/>
            <pc:sldMk cId="1328327107" sldId="259"/>
            <ac:spMk id="3" creationId="{51D10517-2A6D-17D9-8E01-50E07AF56627}"/>
          </ac:spMkLst>
        </pc:spChg>
      </pc:sldChg>
      <pc:sldChg chg="addSp delSp modSp mod modClrScheme chgLayout">
        <pc:chgData name="WAFA SHAKKIR" userId="f62be8ebcd01d2c5" providerId="LiveId" clId="{426187BB-FA71-4934-AD60-370FFFF4AE93}" dt="2026-02-16T05:11:08.722" v="1587" actId="2711"/>
        <pc:sldMkLst>
          <pc:docMk/>
          <pc:sldMk cId="2947621036" sldId="260"/>
        </pc:sldMkLst>
        <pc:spChg chg="del mod ord">
          <ac:chgData name="WAFA SHAKKIR" userId="f62be8ebcd01d2c5" providerId="LiveId" clId="{426187BB-FA71-4934-AD60-370FFFF4AE93}" dt="2026-02-15T07:21:01.318" v="2" actId="700"/>
          <ac:spMkLst>
            <pc:docMk/>
            <pc:sldMk cId="2947621036" sldId="260"/>
            <ac:spMk id="2" creationId="{A390D0AB-E2C9-093C-6618-23B30361AC12}"/>
          </ac:spMkLst>
        </pc:spChg>
        <pc:spChg chg="del mod ord">
          <ac:chgData name="WAFA SHAKKIR" userId="f62be8ebcd01d2c5" providerId="LiveId" clId="{426187BB-FA71-4934-AD60-370FFFF4AE93}" dt="2026-02-15T07:21:01.318" v="2" actId="700"/>
          <ac:spMkLst>
            <pc:docMk/>
            <pc:sldMk cId="2947621036" sldId="260"/>
            <ac:spMk id="3" creationId="{AB52C94A-BA7E-20E1-CB47-947AA60019A5}"/>
          </ac:spMkLst>
        </pc:spChg>
        <pc:spChg chg="del">
          <ac:chgData name="WAFA SHAKKIR" userId="f62be8ebcd01d2c5" providerId="LiveId" clId="{426187BB-FA71-4934-AD60-370FFFF4AE93}" dt="2026-02-15T07:21:01.318" v="2" actId="700"/>
          <ac:spMkLst>
            <pc:docMk/>
            <pc:sldMk cId="2947621036" sldId="260"/>
            <ac:spMk id="4" creationId="{70B1C050-7C5A-241F-4408-DC1CE484C407}"/>
          </ac:spMkLst>
        </pc:spChg>
        <pc:spChg chg="add del mod">
          <ac:chgData name="WAFA SHAKKIR" userId="f62be8ebcd01d2c5" providerId="LiveId" clId="{426187BB-FA71-4934-AD60-370FFFF4AE93}" dt="2026-02-15T07:21:16.387" v="6"/>
          <ac:spMkLst>
            <pc:docMk/>
            <pc:sldMk cId="2947621036" sldId="260"/>
            <ac:spMk id="6" creationId="{3C4595DD-5CBC-5043-203E-98C9F4820625}"/>
          </ac:spMkLst>
        </pc:spChg>
        <pc:spChg chg="add mod ord">
          <ac:chgData name="WAFA SHAKKIR" userId="f62be8ebcd01d2c5" providerId="LiveId" clId="{426187BB-FA71-4934-AD60-370FFFF4AE93}" dt="2026-02-16T05:11:08.722" v="1587" actId="2711"/>
          <ac:spMkLst>
            <pc:docMk/>
            <pc:sldMk cId="2947621036" sldId="260"/>
            <ac:spMk id="7" creationId="{B6E3D648-DD1D-1C3E-D223-3260D6821CF4}"/>
          </ac:spMkLst>
        </pc:spChg>
        <pc:spChg chg="add mod ord">
          <ac:chgData name="WAFA SHAKKIR" userId="f62be8ebcd01d2c5" providerId="LiveId" clId="{426187BB-FA71-4934-AD60-370FFFF4AE93}" dt="2026-02-15T07:30:18.259" v="213" actId="20577"/>
          <ac:spMkLst>
            <pc:docMk/>
            <pc:sldMk cId="2947621036" sldId="260"/>
            <ac:spMk id="8" creationId="{F98DC2F3-8937-3808-0521-DC1B3F1B57C4}"/>
          </ac:spMkLst>
        </pc:spChg>
      </pc:sldChg>
      <pc:sldChg chg="modSp new mod">
        <pc:chgData name="WAFA SHAKKIR" userId="f62be8ebcd01d2c5" providerId="LiveId" clId="{426187BB-FA71-4934-AD60-370FFFF4AE93}" dt="2026-02-16T05:12:21.911" v="1588" actId="2711"/>
        <pc:sldMkLst>
          <pc:docMk/>
          <pc:sldMk cId="833434206" sldId="261"/>
        </pc:sldMkLst>
        <pc:spChg chg="mod">
          <ac:chgData name="WAFA SHAKKIR" userId="f62be8ebcd01d2c5" providerId="LiveId" clId="{426187BB-FA71-4934-AD60-370FFFF4AE93}" dt="2026-02-16T05:12:21.911" v="1588" actId="2711"/>
          <ac:spMkLst>
            <pc:docMk/>
            <pc:sldMk cId="833434206" sldId="261"/>
            <ac:spMk id="2" creationId="{50C6B984-D86B-B389-5531-8C64834DD78E}"/>
          </ac:spMkLst>
        </pc:spChg>
        <pc:spChg chg="mod">
          <ac:chgData name="WAFA SHAKKIR" userId="f62be8ebcd01d2c5" providerId="LiveId" clId="{426187BB-FA71-4934-AD60-370FFFF4AE93}" dt="2026-02-15T07:34:17.983" v="373" actId="20577"/>
          <ac:spMkLst>
            <pc:docMk/>
            <pc:sldMk cId="833434206" sldId="261"/>
            <ac:spMk id="3" creationId="{8E29D878-1392-1285-611C-09AE6938E050}"/>
          </ac:spMkLst>
        </pc:spChg>
      </pc:sldChg>
      <pc:sldChg chg="modSp new mod">
        <pc:chgData name="WAFA SHAKKIR" userId="f62be8ebcd01d2c5" providerId="LiveId" clId="{426187BB-FA71-4934-AD60-370FFFF4AE93}" dt="2026-02-16T05:13:02.577" v="1589" actId="2711"/>
        <pc:sldMkLst>
          <pc:docMk/>
          <pc:sldMk cId="21691396" sldId="262"/>
        </pc:sldMkLst>
        <pc:spChg chg="mod">
          <ac:chgData name="WAFA SHAKKIR" userId="f62be8ebcd01d2c5" providerId="LiveId" clId="{426187BB-FA71-4934-AD60-370FFFF4AE93}" dt="2026-02-16T05:13:02.577" v="1589" actId="2711"/>
          <ac:spMkLst>
            <pc:docMk/>
            <pc:sldMk cId="21691396" sldId="262"/>
            <ac:spMk id="2" creationId="{D15CBAEA-8900-F984-EFF4-011C368FCEB6}"/>
          </ac:spMkLst>
        </pc:spChg>
        <pc:spChg chg="mod">
          <ac:chgData name="WAFA SHAKKIR" userId="f62be8ebcd01d2c5" providerId="LiveId" clId="{426187BB-FA71-4934-AD60-370FFFF4AE93}" dt="2026-02-15T07:38:07.885" v="518" actId="20577"/>
          <ac:spMkLst>
            <pc:docMk/>
            <pc:sldMk cId="21691396" sldId="262"/>
            <ac:spMk id="3" creationId="{A64E1AA6-EFCB-235D-63E9-5095BDAC2E50}"/>
          </ac:spMkLst>
        </pc:spChg>
      </pc:sldChg>
      <pc:sldChg chg="modSp new mod">
        <pc:chgData name="WAFA SHAKKIR" userId="f62be8ebcd01d2c5" providerId="LiveId" clId="{426187BB-FA71-4934-AD60-370FFFF4AE93}" dt="2026-02-16T05:13:13.557" v="1590" actId="2711"/>
        <pc:sldMkLst>
          <pc:docMk/>
          <pc:sldMk cId="3390361614" sldId="263"/>
        </pc:sldMkLst>
        <pc:spChg chg="mod">
          <ac:chgData name="WAFA SHAKKIR" userId="f62be8ebcd01d2c5" providerId="LiveId" clId="{426187BB-FA71-4934-AD60-370FFFF4AE93}" dt="2026-02-16T05:13:13.557" v="1590" actId="2711"/>
          <ac:spMkLst>
            <pc:docMk/>
            <pc:sldMk cId="3390361614" sldId="263"/>
            <ac:spMk id="2" creationId="{25451414-E70A-A3D8-AFF2-079D98CCFF3E}"/>
          </ac:spMkLst>
        </pc:spChg>
        <pc:spChg chg="mod">
          <ac:chgData name="WAFA SHAKKIR" userId="f62be8ebcd01d2c5" providerId="LiveId" clId="{426187BB-FA71-4934-AD60-370FFFF4AE93}" dt="2026-02-15T07:42:19.704" v="702" actId="20577"/>
          <ac:spMkLst>
            <pc:docMk/>
            <pc:sldMk cId="3390361614" sldId="263"/>
            <ac:spMk id="3" creationId="{33F622F8-A748-388E-3628-2DAEC0D53449}"/>
          </ac:spMkLst>
        </pc:spChg>
      </pc:sldChg>
      <pc:sldChg chg="modSp new mod">
        <pc:chgData name="WAFA SHAKKIR" userId="f62be8ebcd01d2c5" providerId="LiveId" clId="{426187BB-FA71-4934-AD60-370FFFF4AE93}" dt="2026-02-16T05:13:25.875" v="1592" actId="1036"/>
        <pc:sldMkLst>
          <pc:docMk/>
          <pc:sldMk cId="1456570159" sldId="264"/>
        </pc:sldMkLst>
        <pc:spChg chg="mod">
          <ac:chgData name="WAFA SHAKKIR" userId="f62be8ebcd01d2c5" providerId="LiveId" clId="{426187BB-FA71-4934-AD60-370FFFF4AE93}" dt="2026-02-16T05:13:23.113" v="1591" actId="2711"/>
          <ac:spMkLst>
            <pc:docMk/>
            <pc:sldMk cId="1456570159" sldId="264"/>
            <ac:spMk id="2" creationId="{552351A7-CBD7-D71B-6D1B-3A08154AFE39}"/>
          </ac:spMkLst>
        </pc:spChg>
        <pc:spChg chg="mod">
          <ac:chgData name="WAFA SHAKKIR" userId="f62be8ebcd01d2c5" providerId="LiveId" clId="{426187BB-FA71-4934-AD60-370FFFF4AE93}" dt="2026-02-16T05:13:25.875" v="1592" actId="1036"/>
          <ac:spMkLst>
            <pc:docMk/>
            <pc:sldMk cId="1456570159" sldId="264"/>
            <ac:spMk id="3" creationId="{01EB8F08-5B21-A330-41BF-2929A4DBB685}"/>
          </ac:spMkLst>
        </pc:spChg>
      </pc:sldChg>
      <pc:sldChg chg="modSp new mod">
        <pc:chgData name="WAFA SHAKKIR" userId="f62be8ebcd01d2c5" providerId="LiveId" clId="{426187BB-FA71-4934-AD60-370FFFF4AE93}" dt="2026-02-16T05:13:33.753" v="1593" actId="2711"/>
        <pc:sldMkLst>
          <pc:docMk/>
          <pc:sldMk cId="879916742" sldId="265"/>
        </pc:sldMkLst>
        <pc:spChg chg="mod">
          <ac:chgData name="WAFA SHAKKIR" userId="f62be8ebcd01d2c5" providerId="LiveId" clId="{426187BB-FA71-4934-AD60-370FFFF4AE93}" dt="2026-02-16T05:13:33.753" v="1593" actId="2711"/>
          <ac:spMkLst>
            <pc:docMk/>
            <pc:sldMk cId="879916742" sldId="265"/>
            <ac:spMk id="2" creationId="{8D63F20B-615B-7C6E-575B-A3EC0B55063D}"/>
          </ac:spMkLst>
        </pc:spChg>
        <pc:spChg chg="mod">
          <ac:chgData name="WAFA SHAKKIR" userId="f62be8ebcd01d2c5" providerId="LiveId" clId="{426187BB-FA71-4934-AD60-370FFFF4AE93}" dt="2026-02-15T07:48:39.185" v="990" actId="20577"/>
          <ac:spMkLst>
            <pc:docMk/>
            <pc:sldMk cId="879916742" sldId="265"/>
            <ac:spMk id="3" creationId="{ECD75090-07F6-2EF8-64AD-234A06AF4B3B}"/>
          </ac:spMkLst>
        </pc:spChg>
      </pc:sldChg>
      <pc:sldChg chg="modSp new mod">
        <pc:chgData name="WAFA SHAKKIR" userId="f62be8ebcd01d2c5" providerId="LiveId" clId="{426187BB-FA71-4934-AD60-370FFFF4AE93}" dt="2026-02-16T05:13:44.142" v="1594" actId="2711"/>
        <pc:sldMkLst>
          <pc:docMk/>
          <pc:sldMk cId="680024471" sldId="266"/>
        </pc:sldMkLst>
        <pc:spChg chg="mod">
          <ac:chgData name="WAFA SHAKKIR" userId="f62be8ebcd01d2c5" providerId="LiveId" clId="{426187BB-FA71-4934-AD60-370FFFF4AE93}" dt="2026-02-16T05:13:44.142" v="1594" actId="2711"/>
          <ac:spMkLst>
            <pc:docMk/>
            <pc:sldMk cId="680024471" sldId="266"/>
            <ac:spMk id="2" creationId="{A2A1304C-D341-B63F-B6C0-8E0CFC77C419}"/>
          </ac:spMkLst>
        </pc:spChg>
        <pc:spChg chg="mod">
          <ac:chgData name="WAFA SHAKKIR" userId="f62be8ebcd01d2c5" providerId="LiveId" clId="{426187BB-FA71-4934-AD60-370FFFF4AE93}" dt="2026-02-15T11:15:05.537" v="1503" actId="20577"/>
          <ac:spMkLst>
            <pc:docMk/>
            <pc:sldMk cId="680024471" sldId="266"/>
            <ac:spMk id="3" creationId="{476A79FC-8904-FF24-63A3-8C6AE139D9C7}"/>
          </ac:spMkLst>
        </pc:spChg>
      </pc:sldChg>
      <pc:sldChg chg="modSp new del mod">
        <pc:chgData name="WAFA SHAKKIR" userId="f62be8ebcd01d2c5" providerId="LiveId" clId="{426187BB-FA71-4934-AD60-370FFFF4AE93}" dt="2026-02-15T11:30:45.661" v="1576" actId="2696"/>
        <pc:sldMkLst>
          <pc:docMk/>
          <pc:sldMk cId="2453080476" sldId="267"/>
        </pc:sldMkLst>
        <pc:spChg chg="mod">
          <ac:chgData name="WAFA SHAKKIR" userId="f62be8ebcd01d2c5" providerId="LiveId" clId="{426187BB-FA71-4934-AD60-370FFFF4AE93}" dt="2026-02-15T11:27:58.286" v="1559" actId="14100"/>
          <ac:spMkLst>
            <pc:docMk/>
            <pc:sldMk cId="2453080476" sldId="267"/>
            <ac:spMk id="2" creationId="{D65744D9-E01E-1057-FBE2-1E7DC70E9EF9}"/>
          </ac:spMkLst>
        </pc:spChg>
        <pc:spChg chg="mod">
          <ac:chgData name="WAFA SHAKKIR" userId="f62be8ebcd01d2c5" providerId="LiveId" clId="{426187BB-FA71-4934-AD60-370FFFF4AE93}" dt="2026-02-15T11:28:01.541" v="1560" actId="1076"/>
          <ac:spMkLst>
            <pc:docMk/>
            <pc:sldMk cId="2453080476" sldId="267"/>
            <ac:spMk id="3" creationId="{A295AC42-EDAE-15C6-7DC5-F0F9913D3640}"/>
          </ac:spMkLst>
        </pc:spChg>
      </pc:sldChg>
      <pc:sldChg chg="addSp delSp modSp new mod modClrScheme chgLayout">
        <pc:chgData name="WAFA SHAKKIR" userId="f62be8ebcd01d2c5" providerId="LiveId" clId="{426187BB-FA71-4934-AD60-370FFFF4AE93}" dt="2026-02-15T07:56:20.285" v="1372" actId="14100"/>
        <pc:sldMkLst>
          <pc:docMk/>
          <pc:sldMk cId="3624346055" sldId="268"/>
        </pc:sldMkLst>
        <pc:spChg chg="del">
          <ac:chgData name="WAFA SHAKKIR" userId="f62be8ebcd01d2c5" providerId="LiveId" clId="{426187BB-FA71-4934-AD60-370FFFF4AE93}" dt="2026-02-15T07:55:05.639" v="1342" actId="700"/>
          <ac:spMkLst>
            <pc:docMk/>
            <pc:sldMk cId="3624346055" sldId="268"/>
            <ac:spMk id="2" creationId="{62900746-DAC6-CE91-1475-731CF2919B83}"/>
          </ac:spMkLst>
        </pc:spChg>
        <pc:spChg chg="del">
          <ac:chgData name="WAFA SHAKKIR" userId="f62be8ebcd01d2c5" providerId="LiveId" clId="{426187BB-FA71-4934-AD60-370FFFF4AE93}" dt="2026-02-15T07:55:05.639" v="1342" actId="700"/>
          <ac:spMkLst>
            <pc:docMk/>
            <pc:sldMk cId="3624346055" sldId="268"/>
            <ac:spMk id="3" creationId="{2ABE6CCD-7DDF-0841-8B7B-1385A714371C}"/>
          </ac:spMkLst>
        </pc:spChg>
        <pc:spChg chg="add mod">
          <ac:chgData name="WAFA SHAKKIR" userId="f62be8ebcd01d2c5" providerId="LiveId" clId="{426187BB-FA71-4934-AD60-370FFFF4AE93}" dt="2026-02-15T07:56:20.285" v="1372" actId="14100"/>
          <ac:spMkLst>
            <pc:docMk/>
            <pc:sldMk cId="3624346055" sldId="268"/>
            <ac:spMk id="4" creationId="{2F6E4F52-B408-717C-6E6B-967C1C8967A6}"/>
          </ac:spMkLst>
        </pc:spChg>
      </pc:sldChg>
      <pc:sldChg chg="modSp new mod">
        <pc:chgData name="WAFA SHAKKIR" userId="f62be8ebcd01d2c5" providerId="LiveId" clId="{426187BB-FA71-4934-AD60-370FFFF4AE93}" dt="2026-02-16T05:14:15.151" v="1597" actId="2711"/>
        <pc:sldMkLst>
          <pc:docMk/>
          <pc:sldMk cId="820658435" sldId="269"/>
        </pc:sldMkLst>
        <pc:spChg chg="mod">
          <ac:chgData name="WAFA SHAKKIR" userId="f62be8ebcd01d2c5" providerId="LiveId" clId="{426187BB-FA71-4934-AD60-370FFFF4AE93}" dt="2026-02-16T05:14:15.151" v="1597" actId="2711"/>
          <ac:spMkLst>
            <pc:docMk/>
            <pc:sldMk cId="820658435" sldId="269"/>
            <ac:spMk id="2" creationId="{17F0FC90-63DB-656C-8055-969947461540}"/>
          </ac:spMkLst>
        </pc:spChg>
        <pc:spChg chg="mod">
          <ac:chgData name="WAFA SHAKKIR" userId="f62be8ebcd01d2c5" providerId="LiveId" clId="{426187BB-FA71-4934-AD60-370FFFF4AE93}" dt="2026-02-16T05:14:05.918" v="1596" actId="20577"/>
          <ac:spMkLst>
            <pc:docMk/>
            <pc:sldMk cId="820658435" sldId="269"/>
            <ac:spMk id="3" creationId="{57E6D31D-C6CF-BD08-B92A-0B8FB2512CBE}"/>
          </ac:spMkLst>
        </pc:spChg>
      </pc:sldChg>
      <pc:sldChg chg="addSp modSp new mod">
        <pc:chgData name="WAFA SHAKKIR" userId="f62be8ebcd01d2c5" providerId="LiveId" clId="{426187BB-FA71-4934-AD60-370FFFF4AE93}" dt="2026-02-16T05:05:09.519" v="1585" actId="14100"/>
        <pc:sldMkLst>
          <pc:docMk/>
          <pc:sldMk cId="1066001206" sldId="270"/>
        </pc:sldMkLst>
        <pc:picChg chg="add mod">
          <ac:chgData name="WAFA SHAKKIR" userId="f62be8ebcd01d2c5" providerId="LiveId" clId="{426187BB-FA71-4934-AD60-370FFFF4AE93}" dt="2026-02-16T05:05:09.519" v="1585" actId="14100"/>
          <ac:picMkLst>
            <pc:docMk/>
            <pc:sldMk cId="1066001206" sldId="270"/>
            <ac:picMk id="3" creationId="{67C297DD-8F55-BE70-E6F1-88252DD8BD0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501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637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547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069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768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320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547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515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833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21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312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4018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309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119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696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2401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04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05C33CE-C374-4B66-91EB-C2AB47CC5159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0AB68-E9F5-4D09-B0DD-62E2A6E057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120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72D81-89FF-368D-E2A7-F12807BF1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747685"/>
            <a:ext cx="8689976" cy="2204882"/>
          </a:xfrm>
        </p:spPr>
        <p:txBody>
          <a:bodyPr>
            <a:normAutofit/>
          </a:bodyPr>
          <a:lstStyle/>
          <a:p>
            <a:r>
              <a:rPr lang="en-IN" sz="6600" dirty="0">
                <a:solidFill>
                  <a:schemeClr val="tx1"/>
                </a:solidFill>
                <a:latin typeface="Algerian" panose="04020705040A02060702" pitchFamily="82" charset="0"/>
              </a:rPr>
              <a:t>Bank Marketing Campaign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E0100-1210-3141-441A-A7F9AF5E3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4283" y="4854676"/>
            <a:ext cx="6803923" cy="1371599"/>
          </a:xfrm>
        </p:spPr>
        <p:txBody>
          <a:bodyPr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 Presentation by</a:t>
            </a:r>
          </a:p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Wafa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shakkir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064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C297DD-8F55-BE70-E6F1-88252DD8B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574" y="0"/>
            <a:ext cx="1223457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0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A75DAE-F2EC-749B-56DA-332DFA28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50" y="206911"/>
            <a:ext cx="9404723" cy="106145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E82E7B-C97A-A86F-F17D-5E221EF38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49" y="1356853"/>
            <a:ext cx="10955953" cy="5161934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The dataset is based on a bank marketing campaign.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It contains customer demographic and campaign-related information 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Key Attributes : job, marital, education, loan, contact, month, </a:t>
            </a:r>
            <a:r>
              <a:rPr lang="en-IN" dirty="0" err="1">
                <a:latin typeface="+mn-lt"/>
              </a:rPr>
              <a:t>poutcome</a:t>
            </a:r>
            <a:r>
              <a:rPr lang="en-IN" dirty="0">
                <a:latin typeface="+mn-lt"/>
              </a:rPr>
              <a:t>, 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Target Variable (y): Indicates whether the customer subscribed (yes/no).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Total records represent individual customer campaign interactions.</a:t>
            </a:r>
          </a:p>
        </p:txBody>
      </p:sp>
    </p:spTree>
    <p:extLst>
      <p:ext uri="{BB962C8B-B14F-4D97-AF65-F5344CB8AC3E}">
        <p14:creationId xmlns:p14="http://schemas.microsoft.com/office/powerpoint/2010/main" val="3809548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48E80-4063-EF62-A368-FF5F8A347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47" y="224590"/>
            <a:ext cx="9826245" cy="120315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10517-2A6D-17D9-8E01-50E07AF56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47" y="1427748"/>
            <a:ext cx="10909612" cy="505326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customer demographics affecting subscription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Identify key factors influencing term deposit subscription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Evaluate campaign performance across months and contact types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Measure impact of previous campaign outcomes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Provide data-driven insights to improve marketing strategy .</a:t>
            </a:r>
          </a:p>
        </p:txBody>
      </p:sp>
    </p:spTree>
    <p:extLst>
      <p:ext uri="{BB962C8B-B14F-4D97-AF65-F5344CB8AC3E}">
        <p14:creationId xmlns:p14="http://schemas.microsoft.com/office/powerpoint/2010/main" val="1328327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6E3D648-DD1D-1C3E-D223-3260D6821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17" y="226576"/>
            <a:ext cx="9404723" cy="93961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Analysis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8DC2F3-8937-3808-0521-DC1B3F1B5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317" y="1620299"/>
            <a:ext cx="9404722" cy="419548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Compares subscription rate across job categories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Students and retired customers show higher subscription rates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Identifies high-potential target segments .</a:t>
            </a:r>
          </a:p>
        </p:txBody>
      </p:sp>
    </p:spTree>
    <p:extLst>
      <p:ext uri="{BB962C8B-B14F-4D97-AF65-F5344CB8AC3E}">
        <p14:creationId xmlns:p14="http://schemas.microsoft.com/office/powerpoint/2010/main" val="294762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6B984-D86B-B389-5531-8C64834D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747" y="253935"/>
            <a:ext cx="9539557" cy="111103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Marital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9D878-1392-1285-611C-09AE6938E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747" y="1513741"/>
            <a:ext cx="9539557" cy="496657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Displays percentage distribution of customers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Majority of customers are married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Helps in demographic segmentation .</a:t>
            </a:r>
          </a:p>
        </p:txBody>
      </p:sp>
    </p:spTree>
    <p:extLst>
      <p:ext uri="{BB962C8B-B14F-4D97-AF65-F5344CB8AC3E}">
        <p14:creationId xmlns:p14="http://schemas.microsoft.com/office/powerpoint/2010/main" val="833434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BAEA-8900-F984-EFF4-011C368FC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63" y="267188"/>
            <a:ext cx="9404723" cy="128331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E1AA6-EFCB-235D-63E9-5095BDAC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1746062"/>
            <a:ext cx="9404723" cy="484475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Shows subscription rate trend by month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Identifies peak-performing months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Highlights seasonal campaign effectiveness</a:t>
            </a:r>
          </a:p>
        </p:txBody>
      </p:sp>
    </p:spTree>
    <p:extLst>
      <p:ext uri="{BB962C8B-B14F-4D97-AF65-F5344CB8AC3E}">
        <p14:creationId xmlns:p14="http://schemas.microsoft.com/office/powerpoint/2010/main" val="21691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51414-E70A-A3D8-AFF2-079D98CCF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63" y="267187"/>
            <a:ext cx="9404723" cy="140053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622F8-A748-388E-3628-2DAEC0D53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1801126"/>
            <a:ext cx="9404723" cy="478968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Compares education levels and subscription </a:t>
            </a:r>
            <a:r>
              <a:rPr lang="en-IN" dirty="0" err="1"/>
              <a:t>behavior</a:t>
            </a:r>
            <a:r>
              <a:rPr lang="en-IN" dirty="0"/>
              <a:t>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Tertiary education group shows strong performance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Supports education-based targeting .</a:t>
            </a:r>
          </a:p>
        </p:txBody>
      </p:sp>
    </p:spTree>
    <p:extLst>
      <p:ext uri="{BB962C8B-B14F-4D97-AF65-F5344CB8AC3E}">
        <p14:creationId xmlns:p14="http://schemas.microsoft.com/office/powerpoint/2010/main" val="339036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51A7-CBD7-D71B-6D1B-3A08154A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63" y="214179"/>
            <a:ext cx="9404723" cy="140053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Impact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B8F08-5B21-A330-41BF-2929A4DBB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3" y="1731040"/>
            <a:ext cx="9404723" cy="47587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Compares subscriptions </a:t>
            </a:r>
            <a:r>
              <a:rPr lang="en-IN" dirty="0" err="1"/>
              <a:t>behavior</a:t>
            </a:r>
            <a:r>
              <a:rPr lang="en-IN" dirty="0"/>
              <a:t> based on loan status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Financial commitments influence subscription decisions .</a:t>
            </a:r>
          </a:p>
        </p:txBody>
      </p:sp>
    </p:spTree>
    <p:extLst>
      <p:ext uri="{BB962C8B-B14F-4D97-AF65-F5344CB8AC3E}">
        <p14:creationId xmlns:p14="http://schemas.microsoft.com/office/powerpoint/2010/main" val="1456570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3F20B-615B-7C6E-575B-A3EC0B550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07" y="240683"/>
            <a:ext cx="9404723" cy="140053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Type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75090-07F6-2EF8-64AD-234A06AF4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807" y="1774622"/>
            <a:ext cx="9404723" cy="419548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Analyzes</a:t>
            </a:r>
            <a:r>
              <a:rPr lang="en-IN" dirty="0"/>
              <a:t> performance of contact methods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Cellular contact shows better engagement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Optimizes communication strategy .</a:t>
            </a:r>
          </a:p>
        </p:txBody>
      </p:sp>
    </p:spTree>
    <p:extLst>
      <p:ext uri="{BB962C8B-B14F-4D97-AF65-F5344CB8AC3E}">
        <p14:creationId xmlns:p14="http://schemas.microsoft.com/office/powerpoint/2010/main" val="879916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1304C-D341-B63F-B6C0-8E0CFC77C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1" y="267187"/>
            <a:ext cx="9404723" cy="140053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Outcome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A79FC-8904-FF24-63A3-8C6AE139D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311" y="1732809"/>
            <a:ext cx="9404723" cy="456197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Bar chart showing subscription rate by previous campaign result.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Previous success significantly increases subscription probability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Failure and unknown outcomes show lower conversion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Important predictor for future campaign planning .</a:t>
            </a:r>
          </a:p>
        </p:txBody>
      </p:sp>
    </p:spTree>
    <p:extLst>
      <p:ext uri="{BB962C8B-B14F-4D97-AF65-F5344CB8AC3E}">
        <p14:creationId xmlns:p14="http://schemas.microsoft.com/office/powerpoint/2010/main" val="680024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FC90-63DB-656C-8055-969947461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1" y="187247"/>
            <a:ext cx="9404723" cy="11499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6D31D-C6CF-BD08-B92A-0B8FB2512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30" y="1139224"/>
            <a:ext cx="9687592" cy="484932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This dashboard provides a comprehensive analysis of banking customer and loan data. It helps stakeholders understand customer distribution, loan status, approval trends and overall business performance through interactive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820658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6E4F52-B408-717C-6E6B-967C1C89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961322"/>
            <a:ext cx="10459211" cy="2637182"/>
          </a:xfrm>
        </p:spPr>
        <p:txBody>
          <a:bodyPr/>
          <a:lstStyle/>
          <a:p>
            <a:pPr algn="ctr"/>
            <a:r>
              <a:rPr lang="en-IN" sz="96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243460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137</TotalTime>
  <Words>299</Words>
  <Application>Microsoft Office PowerPoint</Application>
  <PresentationFormat>Widescreen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Arial</vt:lpstr>
      <vt:lpstr>Century Gothic</vt:lpstr>
      <vt:lpstr>Times New Roman</vt:lpstr>
      <vt:lpstr>Wingdings 3</vt:lpstr>
      <vt:lpstr>Ion</vt:lpstr>
      <vt:lpstr>Bank Marketing Campaign Analysis </vt:lpstr>
      <vt:lpstr>PowerPoint Presentation</vt:lpstr>
      <vt:lpstr>Dataset Overview</vt:lpstr>
      <vt:lpstr>Project objectives</vt:lpstr>
      <vt:lpstr>Job Analysis</vt:lpstr>
      <vt:lpstr>Marital Status</vt:lpstr>
      <vt:lpstr>Monthly Performance</vt:lpstr>
      <vt:lpstr>Education Analysis</vt:lpstr>
      <vt:lpstr>Loan Impact Analysis</vt:lpstr>
      <vt:lpstr>Contact Type Performance</vt:lpstr>
      <vt:lpstr>Previous Outcome Effect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WAFA SHAKKIR</dc:creator>
  <cp:lastModifiedBy>WAFA SHAKKIR</cp:lastModifiedBy>
  <cp:revision>1</cp:revision>
  <dcterms:created xsi:type="dcterms:W3CDTF">2026-02-15T06:29:18Z</dcterms:created>
  <dcterms:modified xsi:type="dcterms:W3CDTF">2026-02-16T05:14:18Z</dcterms:modified>
</cp:coreProperties>
</file>