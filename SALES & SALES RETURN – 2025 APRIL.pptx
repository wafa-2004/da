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1"/>
  </p:notesMasterIdLst>
  <p:sldIdLst>
    <p:sldId id="256" r:id="rId2"/>
    <p:sldId id="257" r:id="rId3"/>
    <p:sldId id="262" r:id="rId4"/>
    <p:sldId id="263" r:id="rId5"/>
    <p:sldId id="264" r:id="rId6"/>
    <p:sldId id="260" r:id="rId7"/>
    <p:sldId id="265" r:id="rId8"/>
    <p:sldId id="259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1BFF1-DC8F-48F5-93ED-7E7F17502B22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76547-1F27-4D83-BB02-54D84C0AC3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32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676547-1F27-4D83-BB02-54D84C0AC3D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021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1CAD-1D7C-439D-8FDA-6B9994A818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900B-FACD-47C8-A283-03FDE3531C8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28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1CAD-1D7C-439D-8FDA-6B9994A818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900B-FACD-47C8-A283-03FDE3531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05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1CAD-1D7C-439D-8FDA-6B9994A818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900B-FACD-47C8-A283-03FDE3531C8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97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1CAD-1D7C-439D-8FDA-6B9994A818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900B-FACD-47C8-A283-03FDE3531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234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1CAD-1D7C-439D-8FDA-6B9994A818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900B-FACD-47C8-A283-03FDE3531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47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1CAD-1D7C-439D-8FDA-6B9994A818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900B-FACD-47C8-A283-03FDE3531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873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1CAD-1D7C-439D-8FDA-6B9994A818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900B-FACD-47C8-A283-03FDE3531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142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E0C1CAD-1D7C-439D-8FDA-6B9994A818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F8900B-FACD-47C8-A283-03FDE3531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264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1CAD-1D7C-439D-8FDA-6B9994A818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900B-FACD-47C8-A283-03FDE3531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69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1CAD-1D7C-439D-8FDA-6B9994A818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900B-FACD-47C8-A283-03FDE3531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807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C1CAD-1D7C-439D-8FDA-6B9994A818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8900B-FACD-47C8-A283-03FDE3531C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20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0C1CAD-1D7C-439D-8FDA-6B9994A81818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1F8900B-FACD-47C8-A283-03FDE3531C8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89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53FE-3DF8-CA90-9452-48460B0AD78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216921" y="1946787"/>
            <a:ext cx="9758157" cy="1641987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5400" b="1" dirty="0">
                <a:latin typeface="Bell MT" panose="02020503060305020303" pitchFamily="18" charset="0"/>
                <a:cs typeface="Times New Roman" panose="02020603050405020304" pitchFamily="18" charset="0"/>
              </a:rPr>
              <a:t>SALES PERFOMANCE &amp; SALES RETURN – 2025 APRIL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A67A7B-F0F9-8B0F-4815-CBD58CE9367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9105900" y="5426844"/>
            <a:ext cx="3086100" cy="91281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2000" dirty="0"/>
              <a:t>WAFA SHAKKIR</a:t>
            </a:r>
          </a:p>
          <a:p>
            <a:pPr algn="l"/>
            <a:r>
              <a:rPr lang="en-IN" sz="2000" dirty="0"/>
              <a:t>DATA ANALYST INTERN</a:t>
            </a:r>
          </a:p>
        </p:txBody>
      </p:sp>
    </p:spTree>
    <p:extLst>
      <p:ext uri="{BB962C8B-B14F-4D97-AF65-F5344CB8AC3E}">
        <p14:creationId xmlns:p14="http://schemas.microsoft.com/office/powerpoint/2010/main" val="401937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153C-3951-A822-D96C-E1117AA851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8929" y="0"/>
            <a:ext cx="10058400" cy="979488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v/s SALES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F68D4-1086-8919-6E5B-0F972A342B9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8929" y="1122669"/>
            <a:ext cx="10530348" cy="4022725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two dashboards (sales and sales return) and identify strengths, weaknesses, and business insights.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for strategic decision making.</a:t>
            </a:r>
          </a:p>
          <a:p>
            <a:pPr marL="0" indent="0" algn="just">
              <a:buNone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347357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91A0-6BF5-9DB7-A08B-12CFC90335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0046" y="97863"/>
            <a:ext cx="10515600" cy="893762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E2768-0428-AA71-7F5E-BE1C990D5A5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991625"/>
            <a:ext cx="10515600" cy="435133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2400" dirty="0"/>
              <a:t>Tracks revenue, quantity sold, GST.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Key KPIs 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 Total sales performance.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 Total quantity sold.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 Average GST.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  No . of transactions.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1"/>
                </a:solidFill>
              </a:rPr>
              <a:t>3</a:t>
            </a:r>
            <a:r>
              <a:rPr lang="en-IN" sz="2400" dirty="0"/>
              <a:t>.    GST distribution by HSN code.</a:t>
            </a:r>
          </a:p>
        </p:txBody>
      </p:sp>
    </p:spTree>
    <p:extLst>
      <p:ext uri="{BB962C8B-B14F-4D97-AF65-F5344CB8AC3E}">
        <p14:creationId xmlns:p14="http://schemas.microsoft.com/office/powerpoint/2010/main" val="970515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50404-3E6E-177B-1A0C-5AFD258863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86580" y="87978"/>
            <a:ext cx="10058400" cy="871538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54745-0629-03A6-278C-03A06AF846B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86580" y="1108843"/>
            <a:ext cx="10058400" cy="402272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2400" dirty="0"/>
              <a:t>Tracks return amount, return quantity and issues.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/>
              <a:t>Key KPIs: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   Total sales return amount.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   Total return quantity.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   Total GST on returns.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/>
              <a:t>   Return transactions.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</a:rPr>
              <a:t>3.    </a:t>
            </a:r>
            <a:r>
              <a:rPr lang="en-IN" sz="2400" dirty="0"/>
              <a:t>GST impact on returns.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6510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054E5-9657-F62D-BCC0-09F1C02C4F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06245" y="0"/>
            <a:ext cx="10058400" cy="891151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747B7-905F-7FF2-8A1F-E3938CF3663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84903" y="1089179"/>
            <a:ext cx="10058400" cy="4022725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best-selling product.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revenue growth.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 customer contribution.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sales distribution.</a:t>
            </a:r>
          </a:p>
          <a:p>
            <a:pPr marL="457200" indent="-457200">
              <a:buAutoNum type="arabicPeriod" startAt="2"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RETURN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high return products.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quality issues.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Analyse customer return behaviour.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return trends.</a:t>
            </a:r>
          </a:p>
        </p:txBody>
      </p:sp>
    </p:spTree>
    <p:extLst>
      <p:ext uri="{BB962C8B-B14F-4D97-AF65-F5344CB8AC3E}">
        <p14:creationId xmlns:p14="http://schemas.microsoft.com/office/powerpoint/2010/main" val="1605556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F00A2-8DB1-A16D-9B67-A601DD6F02F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1161" y="233311"/>
            <a:ext cx="10058400" cy="747713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IDENTIFIED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82847-0D86-1C66-49CB-D7EA6DDFBDE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53730" y="981024"/>
            <a:ext cx="10058400" cy="40227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return in specific products.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for quality or packaging issues.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dissatisfaction.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return monitoring system.</a:t>
            </a:r>
          </a:p>
        </p:txBody>
      </p:sp>
    </p:spTree>
    <p:extLst>
      <p:ext uri="{BB962C8B-B14F-4D97-AF65-F5344CB8AC3E}">
        <p14:creationId xmlns:p14="http://schemas.microsoft.com/office/powerpoint/2010/main" val="2085446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A689C-BEB2-0AF5-548D-9891788411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86581" y="0"/>
            <a:ext cx="10058400" cy="878655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C88C0-BCAD-36C7-7890-7DE7ED02824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84903" y="1030186"/>
            <a:ext cx="10058400" cy="40227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reduce overall profit.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operational costs.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 customers trust.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brand reputation.</a:t>
            </a:r>
          </a:p>
        </p:txBody>
      </p:sp>
    </p:spTree>
    <p:extLst>
      <p:ext uri="{BB962C8B-B14F-4D97-AF65-F5344CB8AC3E}">
        <p14:creationId xmlns:p14="http://schemas.microsoft.com/office/powerpoint/2010/main" val="98580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390D-4F36-3F62-ACDD-3F0E9AACC5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7419" y="0"/>
            <a:ext cx="10058400" cy="822325"/>
          </a:xfrm>
        </p:spPr>
        <p:txBody>
          <a:bodyPr/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BE369-6855-C197-A270-5E54E9F42D6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65238" y="920647"/>
            <a:ext cx="10058400" cy="402272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loss-making products.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product quality checks.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customer feedback analysis.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for returns.</a:t>
            </a:r>
          </a:p>
        </p:txBody>
      </p:sp>
    </p:spTree>
    <p:extLst>
      <p:ext uri="{BB962C8B-B14F-4D97-AF65-F5344CB8AC3E}">
        <p14:creationId xmlns:p14="http://schemas.microsoft.com/office/powerpoint/2010/main" val="1282381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D92447-E2FF-D0E9-566C-E9A6B1737D0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0083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80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448613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276</TotalTime>
  <Words>239</Words>
  <Application>Microsoft Office PowerPoint</Application>
  <PresentationFormat>Widescreen</PresentationFormat>
  <Paragraphs>50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Bell MT</vt:lpstr>
      <vt:lpstr>Calibri</vt:lpstr>
      <vt:lpstr>Calibri Light</vt:lpstr>
      <vt:lpstr>Courier New</vt:lpstr>
      <vt:lpstr>Times New Roman</vt:lpstr>
      <vt:lpstr>Retrospect</vt:lpstr>
      <vt:lpstr>SALES PERFOMANCE &amp; SALES RETURN – 2025 APRIL</vt:lpstr>
      <vt:lpstr>SALES v/s SALES RETURN</vt:lpstr>
      <vt:lpstr>SALES</vt:lpstr>
      <vt:lpstr>SALES RETURN</vt:lpstr>
      <vt:lpstr>KEY INSIGHTS</vt:lpstr>
      <vt:lpstr>PROBLEMS IDENTIFIED</vt:lpstr>
      <vt:lpstr>IMPACTS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WAFA SHAKKIR</dc:creator>
  <cp:lastModifiedBy>WAFA SHAKKIR</cp:lastModifiedBy>
  <cp:revision>6</cp:revision>
  <dcterms:created xsi:type="dcterms:W3CDTF">2026-03-17T05:47:24Z</dcterms:created>
  <dcterms:modified xsi:type="dcterms:W3CDTF">2026-03-30T17:08:42Z</dcterms:modified>
</cp:coreProperties>
</file>