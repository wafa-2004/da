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FA SHAKKIR" userId="f62be8ebcd01d2c5" providerId="LiveId" clId="{426187BB-FA71-4934-AD60-370FFFF4AE93}"/>
    <pc:docChg chg="undo custSel modSld">
      <pc:chgData name="WAFA SHAKKIR" userId="f62be8ebcd01d2c5" providerId="LiveId" clId="{426187BB-FA71-4934-AD60-370FFFF4AE93}" dt="2026-02-14T14:03:10.398" v="22" actId="403"/>
      <pc:docMkLst>
        <pc:docMk/>
      </pc:docMkLst>
      <pc:sldChg chg="modSp mod modShow">
        <pc:chgData name="WAFA SHAKKIR" userId="f62be8ebcd01d2c5" providerId="LiveId" clId="{426187BB-FA71-4934-AD60-370FFFF4AE93}" dt="2026-02-14T08:03:50.838" v="2" actId="729"/>
        <pc:sldMkLst>
          <pc:docMk/>
          <pc:sldMk cId="1612742559" sldId="256"/>
        </pc:sldMkLst>
        <pc:spChg chg="mod">
          <ac:chgData name="WAFA SHAKKIR" userId="f62be8ebcd01d2c5" providerId="LiveId" clId="{426187BB-FA71-4934-AD60-370FFFF4AE93}" dt="2026-02-14T08:03:23.198" v="0" actId="1076"/>
          <ac:spMkLst>
            <pc:docMk/>
            <pc:sldMk cId="1612742559" sldId="256"/>
            <ac:spMk id="3" creationId="{7F9F2526-A5C1-D69A-E706-20734AD22B6B}"/>
          </ac:spMkLst>
        </pc:spChg>
      </pc:sldChg>
      <pc:sldChg chg="modSp mod">
        <pc:chgData name="WAFA SHAKKIR" userId="f62be8ebcd01d2c5" providerId="LiveId" clId="{426187BB-FA71-4934-AD60-370FFFF4AE93}" dt="2026-02-14T08:07:26.475" v="17" actId="255"/>
        <pc:sldMkLst>
          <pc:docMk/>
          <pc:sldMk cId="1731327023" sldId="261"/>
        </pc:sldMkLst>
        <pc:spChg chg="mod">
          <ac:chgData name="WAFA SHAKKIR" userId="f62be8ebcd01d2c5" providerId="LiveId" clId="{426187BB-FA71-4934-AD60-370FFFF4AE93}" dt="2026-02-14T08:06:52.948" v="11" actId="14100"/>
          <ac:spMkLst>
            <pc:docMk/>
            <pc:sldMk cId="1731327023" sldId="261"/>
            <ac:spMk id="4" creationId="{8A885E46-A56E-8D8C-9E9C-613AF9B0434C}"/>
          </ac:spMkLst>
        </pc:spChg>
        <pc:spChg chg="mod">
          <ac:chgData name="WAFA SHAKKIR" userId="f62be8ebcd01d2c5" providerId="LiveId" clId="{426187BB-FA71-4934-AD60-370FFFF4AE93}" dt="2026-02-14T08:07:26.475" v="17" actId="255"/>
          <ac:spMkLst>
            <pc:docMk/>
            <pc:sldMk cId="1731327023" sldId="261"/>
            <ac:spMk id="6" creationId="{7F7B7EBC-E51B-9EF1-A95E-6220768D109E}"/>
          </ac:spMkLst>
        </pc:spChg>
      </pc:sldChg>
      <pc:sldChg chg="modSp mod">
        <pc:chgData name="WAFA SHAKKIR" userId="f62be8ebcd01d2c5" providerId="LiveId" clId="{426187BB-FA71-4934-AD60-370FFFF4AE93}" dt="2026-02-14T08:06:32.202" v="9" actId="255"/>
        <pc:sldMkLst>
          <pc:docMk/>
          <pc:sldMk cId="3304987185" sldId="262"/>
        </pc:sldMkLst>
        <pc:spChg chg="mod">
          <ac:chgData name="WAFA SHAKKIR" userId="f62be8ebcd01d2c5" providerId="LiveId" clId="{426187BB-FA71-4934-AD60-370FFFF4AE93}" dt="2026-02-14T08:06:32.202" v="9" actId="255"/>
          <ac:spMkLst>
            <pc:docMk/>
            <pc:sldMk cId="3304987185" sldId="262"/>
            <ac:spMk id="4" creationId="{3E0F04B6-F4FD-91EA-C653-5CF1AF0B882C}"/>
          </ac:spMkLst>
        </pc:spChg>
      </pc:sldChg>
      <pc:sldChg chg="modSp mod">
        <pc:chgData name="WAFA SHAKKIR" userId="f62be8ebcd01d2c5" providerId="LiveId" clId="{426187BB-FA71-4934-AD60-370FFFF4AE93}" dt="2026-02-14T08:05:56.497" v="7" actId="20577"/>
        <pc:sldMkLst>
          <pc:docMk/>
          <pc:sldMk cId="2025361311" sldId="263"/>
        </pc:sldMkLst>
        <pc:spChg chg="mod">
          <ac:chgData name="WAFA SHAKKIR" userId="f62be8ebcd01d2c5" providerId="LiveId" clId="{426187BB-FA71-4934-AD60-370FFFF4AE93}" dt="2026-02-14T08:05:56.497" v="7" actId="20577"/>
          <ac:spMkLst>
            <pc:docMk/>
            <pc:sldMk cId="2025361311" sldId="263"/>
            <ac:spMk id="2" creationId="{03F29B0E-C95C-A4A5-3FCF-8BA64666EF23}"/>
          </ac:spMkLst>
        </pc:spChg>
        <pc:spChg chg="mod">
          <ac:chgData name="WAFA SHAKKIR" userId="f62be8ebcd01d2c5" providerId="LiveId" clId="{426187BB-FA71-4934-AD60-370FFFF4AE93}" dt="2026-02-14T08:05:48.324" v="5" actId="14100"/>
          <ac:spMkLst>
            <pc:docMk/>
            <pc:sldMk cId="2025361311" sldId="263"/>
            <ac:spMk id="4" creationId="{C2DB127D-4279-65C0-53AA-CF05CA3707C9}"/>
          </ac:spMkLst>
        </pc:spChg>
      </pc:sldChg>
      <pc:sldChg chg="modSp mod">
        <pc:chgData name="WAFA SHAKKIR" userId="f62be8ebcd01d2c5" providerId="LiveId" clId="{426187BB-FA71-4934-AD60-370FFFF4AE93}" dt="2026-02-14T14:03:10.398" v="22" actId="403"/>
        <pc:sldMkLst>
          <pc:docMk/>
          <pc:sldMk cId="2446022260" sldId="267"/>
        </pc:sldMkLst>
        <pc:spChg chg="mod">
          <ac:chgData name="WAFA SHAKKIR" userId="f62be8ebcd01d2c5" providerId="LiveId" clId="{426187BB-FA71-4934-AD60-370FFFF4AE93}" dt="2026-02-14T14:03:10.398" v="22" actId="403"/>
          <ac:spMkLst>
            <pc:docMk/>
            <pc:sldMk cId="2446022260" sldId="267"/>
            <ac:spMk id="2" creationId="{09F4C49D-FAD4-6D28-7986-4E9738C1ACCA}"/>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f62be8ebcd01d2c5/Desktop/DA%20Project/ev%20scooter%20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f62be8ebcd01d2c5/Desktop/DA%20Project/ev%20scooter%20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f62be8ebcd01d2c5/Desktop/DA%20Project/ev%20scooter%20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f62be8ebcd01d2c5/Desktop/DA%20Project/ev%20scooter%20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f62be8ebcd01d2c5/Desktop/DA%20Project/ev%20scooter%202.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f62be8ebcd01d2c5/Desktop/DA%20Project/ev%20scooter%202.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[ev scooter 2.xlsx]Sheet4!PivotTable1</c:name>
    <c:fmtId val="8"/>
  </c:pivotSource>
  <c:chart>
    <c:title>
      <c:tx>
        <c:rich>
          <a:bodyPr rot="0" spcFirstLastPara="1" vertOverflow="ellipsis" vert="horz" wrap="square" anchor="ctr" anchorCtr="1"/>
          <a:lstStyle/>
          <a:p>
            <a:pPr>
              <a:defRPr sz="1400" b="0" i="0" u="sng" strike="noStrike" kern="1200" spc="0" baseline="0">
                <a:solidFill>
                  <a:srgbClr val="002060"/>
                </a:solidFill>
                <a:latin typeface="+mn-lt"/>
                <a:ea typeface="+mn-ea"/>
                <a:cs typeface="+mn-cs"/>
              </a:defRPr>
            </a:pPr>
            <a:r>
              <a:rPr lang="en-IN" sz="1400" b="1" i="0" u="sng" strike="noStrike" baseline="0">
                <a:solidFill>
                  <a:srgbClr val="002060"/>
                </a:solidFill>
              </a:rPr>
              <a:t>Vehicle Type Usage Chart</a:t>
            </a:r>
            <a:endParaRPr lang="en-IN" b="1" u="sng">
              <a:solidFill>
                <a:srgbClr val="002060"/>
              </a:solidFill>
            </a:endParaRPr>
          </a:p>
        </c:rich>
      </c:tx>
      <c:layout>
        <c:manualLayout>
          <c:xMode val="edge"/>
          <c:yMode val="edge"/>
          <c:x val="0.24444155645592841"/>
          <c:y val="4.1761534326281498E-2"/>
        </c:manualLayout>
      </c:layout>
      <c:overlay val="0"/>
      <c:spPr>
        <a:gradFill flip="none" rotWithShape="1">
          <a:gsLst>
            <a:gs pos="0">
              <a:schemeClr val="tx2">
                <a:lumMod val="40000"/>
                <a:lumOff val="60000"/>
                <a:tint val="66000"/>
                <a:satMod val="160000"/>
              </a:schemeClr>
            </a:gs>
            <a:gs pos="50000">
              <a:schemeClr val="tx2">
                <a:lumMod val="40000"/>
                <a:lumOff val="60000"/>
                <a:tint val="44500"/>
                <a:satMod val="160000"/>
              </a:schemeClr>
            </a:gs>
            <a:gs pos="100000">
              <a:schemeClr val="tx2">
                <a:lumMod val="40000"/>
                <a:lumOff val="60000"/>
                <a:tint val="23500"/>
                <a:satMod val="160000"/>
              </a:schemeClr>
            </a:gs>
          </a:gsLst>
          <a:lin ang="5400000" scaled="1"/>
          <a:tileRect/>
        </a:gradFill>
        <a:ln>
          <a:noFill/>
        </a:ln>
        <a:effectLst/>
      </c:spPr>
      <c:txPr>
        <a:bodyPr rot="0" spcFirstLastPara="1" vertOverflow="ellipsis" vert="horz" wrap="square" anchor="ctr" anchorCtr="1"/>
        <a:lstStyle/>
        <a:p>
          <a:pPr>
            <a:defRPr sz="1400" b="0" i="0" u="sng" strike="noStrike" kern="1200" spc="0" baseline="0">
              <a:solidFill>
                <a:srgbClr val="002060"/>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1059602986519888"/>
          <c:y val="0.18145772064636498"/>
          <c:w val="0.67500267563641925"/>
          <c:h val="0.63656594883470896"/>
        </c:manualLayout>
      </c:layout>
      <c:bar3DChart>
        <c:barDir val="col"/>
        <c:grouping val="clustered"/>
        <c:varyColors val="0"/>
        <c:ser>
          <c:idx val="0"/>
          <c:order val="0"/>
          <c:tx>
            <c:strRef>
              <c:f>Sheet4!$B$1:$B$2</c:f>
              <c:strCache>
                <c:ptCount val="1"/>
                <c:pt idx="0">
                  <c:v>E-Bike</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Sheet4!$A$3</c:f>
              <c:strCache>
                <c:ptCount val="1"/>
                <c:pt idx="0">
                  <c:v>Total</c:v>
                </c:pt>
              </c:strCache>
            </c:strRef>
          </c:cat>
          <c:val>
            <c:numRef>
              <c:f>Sheet4!$B$3</c:f>
              <c:numCache>
                <c:formatCode>General</c:formatCode>
                <c:ptCount val="1"/>
                <c:pt idx="0">
                  <c:v>71</c:v>
                </c:pt>
              </c:numCache>
            </c:numRef>
          </c:val>
          <c:extLst>
            <c:ext xmlns:c16="http://schemas.microsoft.com/office/drawing/2014/chart" uri="{C3380CC4-5D6E-409C-BE32-E72D297353CC}">
              <c16:uniqueId val="{00000000-A9DD-4255-88A9-ECC064F68F94}"/>
            </c:ext>
          </c:extLst>
        </c:ser>
        <c:ser>
          <c:idx val="1"/>
          <c:order val="1"/>
          <c:tx>
            <c:strRef>
              <c:f>Sheet4!$C$1:$C$2</c:f>
              <c:strCache>
                <c:ptCount val="1"/>
                <c:pt idx="0">
                  <c:v>E-Scooter</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Sheet4!$A$3</c:f>
              <c:strCache>
                <c:ptCount val="1"/>
                <c:pt idx="0">
                  <c:v>Total</c:v>
                </c:pt>
              </c:strCache>
            </c:strRef>
          </c:cat>
          <c:val>
            <c:numRef>
              <c:f>Sheet4!$C$3</c:f>
              <c:numCache>
                <c:formatCode>General</c:formatCode>
                <c:ptCount val="1"/>
                <c:pt idx="0">
                  <c:v>79</c:v>
                </c:pt>
              </c:numCache>
            </c:numRef>
          </c:val>
          <c:extLst>
            <c:ext xmlns:c16="http://schemas.microsoft.com/office/drawing/2014/chart" uri="{C3380CC4-5D6E-409C-BE32-E72D297353CC}">
              <c16:uniqueId val="{00000001-A9DD-4255-88A9-ECC064F68F94}"/>
            </c:ext>
          </c:extLst>
        </c:ser>
        <c:dLbls>
          <c:showLegendKey val="0"/>
          <c:showVal val="1"/>
          <c:showCatName val="0"/>
          <c:showSerName val="0"/>
          <c:showPercent val="0"/>
          <c:showBubbleSize val="0"/>
        </c:dLbls>
        <c:gapWidth val="219"/>
        <c:shape val="box"/>
        <c:axId val="1943269104"/>
        <c:axId val="1943269584"/>
        <c:axId val="0"/>
      </c:bar3DChart>
      <c:catAx>
        <c:axId val="1943269104"/>
        <c:scaling>
          <c:orientation val="minMax"/>
        </c:scaling>
        <c:delete val="0"/>
        <c:axPos val="b"/>
        <c:title>
          <c:tx>
            <c:rich>
              <a:bodyPr rot="0" spcFirstLastPara="1" vertOverflow="ellipsis" vert="horz" wrap="square" anchor="ctr" anchorCtr="1"/>
              <a:lstStyle/>
              <a:p>
                <a:pPr algn="ctr">
                  <a:defRPr sz="1000" b="0" i="0" u="none" strike="noStrike" kern="1200" baseline="0">
                    <a:solidFill>
                      <a:schemeClr val="tx1"/>
                    </a:solidFill>
                    <a:latin typeface="+mn-lt"/>
                    <a:ea typeface="+mn-ea"/>
                    <a:cs typeface="+mn-cs"/>
                  </a:defRPr>
                </a:pPr>
                <a:r>
                  <a:rPr lang="en-IN" sz="1000" b="1" i="0" u="none" strike="noStrike" baseline="0">
                    <a:solidFill>
                      <a:schemeClr val="tx1"/>
                    </a:solidFill>
                  </a:rPr>
                  <a:t>Vehicle_Type</a:t>
                </a:r>
                <a:endParaRPr lang="en-IN" b="1">
                  <a:solidFill>
                    <a:schemeClr val="tx1"/>
                  </a:solidFill>
                </a:endParaRPr>
              </a:p>
            </c:rich>
          </c:tx>
          <c:layout>
            <c:manualLayout>
              <c:xMode val="edge"/>
              <c:yMode val="edge"/>
              <c:x val="0.32105853273195223"/>
              <c:y val="0.85363580305473863"/>
            </c:manualLayout>
          </c:layout>
          <c:overlay val="0"/>
          <c:spPr>
            <a:noFill/>
            <a:ln>
              <a:noFill/>
            </a:ln>
            <a:effectLst/>
          </c:spPr>
          <c:txPr>
            <a:bodyPr rot="0" spcFirstLastPara="1" vertOverflow="ellipsis" vert="horz" wrap="square" anchor="ctr" anchorCtr="1"/>
            <a:lstStyle/>
            <a:p>
              <a:pPr algn="ctr">
                <a:defRPr sz="1000" b="0" i="0" u="none" strike="noStrike" kern="1200" baseline="0">
                  <a:solidFill>
                    <a:schemeClr val="tx1"/>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43269584"/>
        <c:crosses val="autoZero"/>
        <c:auto val="1"/>
        <c:lblAlgn val="ctr"/>
        <c:lblOffset val="100"/>
        <c:noMultiLvlLbl val="0"/>
      </c:catAx>
      <c:valAx>
        <c:axId val="19432695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IN" sz="1000" b="1" i="0" u="none" strike="noStrike" baseline="0">
                    <a:solidFill>
                      <a:schemeClr val="tx1"/>
                    </a:solidFill>
                  </a:rPr>
                  <a:t>Count of Rent_ID</a:t>
                </a:r>
                <a:endParaRPr lang="en-IN" b="1">
                  <a:solidFill>
                    <a:schemeClr val="tx1"/>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43269104"/>
        <c:crosses val="autoZero"/>
        <c:crossBetween val="between"/>
      </c:valAx>
      <c:spPr>
        <a:noFill/>
        <a:ln>
          <a:noFill/>
        </a:ln>
        <a:effectLst/>
      </c:spPr>
    </c:plotArea>
    <c:legend>
      <c:legendPos val="r"/>
      <c:layout>
        <c:manualLayout>
          <c:xMode val="edge"/>
          <c:yMode val="edge"/>
          <c:x val="0.78680478047040237"/>
          <c:y val="4.0717045785943422E-2"/>
          <c:w val="0.15742481203007519"/>
          <c:h val="0.22351742490522017"/>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2">
                  <a:lumMod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2"/>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[ev scooter 2.xlsx]Sheet8!PivotTable1</c:name>
    <c:fmtId val="32"/>
  </c:pivotSource>
  <c:chart>
    <c:title>
      <c:tx>
        <c:rich>
          <a:bodyPr rot="0" spcFirstLastPara="1" vertOverflow="ellipsis" vert="horz" wrap="square" anchor="ctr" anchorCtr="1"/>
          <a:lstStyle/>
          <a:p>
            <a:pPr>
              <a:defRPr sz="1600" b="1" i="0" u="sng" strike="noStrike" kern="1200" spc="100" baseline="0">
                <a:solidFill>
                  <a:srgbClr val="002060"/>
                </a:solidFill>
                <a:effectLst>
                  <a:outerShdw blurRad="50800" dist="12700" dir="5400000" algn="t" rotWithShape="0">
                    <a:prstClr val="black">
                      <a:alpha val="40000"/>
                    </a:prstClr>
                  </a:outerShdw>
                </a:effectLst>
                <a:uFill>
                  <a:solidFill>
                    <a:srgbClr val="002060"/>
                  </a:solidFill>
                </a:uFill>
                <a:latin typeface="+mn-lt"/>
                <a:ea typeface="+mn-ea"/>
                <a:cs typeface="+mn-cs"/>
              </a:defRPr>
            </a:pPr>
            <a:r>
              <a:rPr lang="en-IN" sz="1400" u="sng" baseline="0">
                <a:solidFill>
                  <a:srgbClr val="002060"/>
                </a:solidFill>
                <a:effectLst>
                  <a:outerShdw blurRad="50800" dist="12700" dir="5400000" algn="t" rotWithShape="0">
                    <a:prstClr val="black">
                      <a:alpha val="40000"/>
                    </a:prstClr>
                  </a:outerShdw>
                </a:effectLst>
                <a:uFill>
                  <a:solidFill>
                    <a:srgbClr val="002060"/>
                  </a:solidFill>
                </a:uFill>
              </a:rPr>
              <a:t>Member vs Visitor</a:t>
            </a:r>
          </a:p>
        </c:rich>
      </c:tx>
      <c:layout>
        <c:manualLayout>
          <c:xMode val="edge"/>
          <c:yMode val="edge"/>
          <c:x val="0.30824530516431925"/>
          <c:y val="7.0367548142503691E-2"/>
        </c:manualLayout>
      </c:layout>
      <c:overlay val="0"/>
      <c:spPr>
        <a:solidFill>
          <a:schemeClr val="accent1">
            <a:lumMod val="20000"/>
            <a:lumOff val="80000"/>
          </a:schemeClr>
        </a:solidFill>
        <a:ln>
          <a:solidFill>
            <a:schemeClr val="accent1">
              <a:lumMod val="40000"/>
              <a:lumOff val="60000"/>
            </a:schemeClr>
          </a:solidFill>
        </a:ln>
        <a:effectLst/>
      </c:spPr>
      <c:txPr>
        <a:bodyPr rot="0" spcFirstLastPara="1" vertOverflow="ellipsis" vert="horz" wrap="square" anchor="ctr" anchorCtr="1"/>
        <a:lstStyle/>
        <a:p>
          <a:pPr>
            <a:defRPr sz="1600" b="1" i="0" u="sng" strike="noStrike" kern="1200" spc="100" baseline="0">
              <a:solidFill>
                <a:srgbClr val="002060"/>
              </a:solidFill>
              <a:effectLst>
                <a:outerShdw blurRad="50800" dist="12700" dir="5400000" algn="t" rotWithShape="0">
                  <a:prstClr val="black">
                    <a:alpha val="40000"/>
                  </a:prstClr>
                </a:outerShdw>
              </a:effectLst>
              <a:uFill>
                <a:solidFill>
                  <a:srgbClr val="002060"/>
                </a:solidFill>
              </a:u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dLbl>
          <c:idx val="0"/>
          <c:showLegendKey val="0"/>
          <c:showVal val="0"/>
          <c:showCatName val="0"/>
          <c:showSerName val="0"/>
          <c:showPercent val="0"/>
          <c:showBubbleSize val="0"/>
          <c:extLst>
            <c:ext xmlns:c15="http://schemas.microsoft.com/office/drawing/2012/chart" uri="{CE6537A1-D6FC-4f65-9D91-7224C49458BB}"/>
          </c:extLst>
        </c:dLbl>
      </c:pivotFmt>
      <c:pivotFmt>
        <c:idx val="8"/>
        <c:dLbl>
          <c:idx val="0"/>
          <c:showLegendKey val="0"/>
          <c:showVal val="0"/>
          <c:showCatName val="0"/>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dLbl>
          <c:idx val="0"/>
          <c:showLegendKey val="0"/>
          <c:showVal val="0"/>
          <c:showCatName val="0"/>
          <c:showSerName val="0"/>
          <c:showPercent val="0"/>
          <c:showBubbleSize val="0"/>
          <c:extLst>
            <c:ext xmlns:c15="http://schemas.microsoft.com/office/drawing/2012/chart" uri="{CE6537A1-D6FC-4f65-9D91-7224C49458BB}"/>
          </c:extLst>
        </c:dLbl>
      </c:pivotFmt>
      <c:pivotFmt>
        <c:idx val="11"/>
        <c:dLbl>
          <c:idx val="0"/>
          <c:showLegendKey val="0"/>
          <c:showVal val="0"/>
          <c:showCatName val="0"/>
          <c:showSerName val="0"/>
          <c:showPercent val="0"/>
          <c:showBubbleSize val="0"/>
          <c:extLst>
            <c:ext xmlns:c15="http://schemas.microsoft.com/office/drawing/2012/chart" uri="{CE6537A1-D6FC-4f65-9D91-7224C49458BB}"/>
          </c:extLst>
        </c:dLbl>
      </c:pivotFmt>
      <c:pivotFmt>
        <c:idx val="12"/>
        <c:dLbl>
          <c:idx val="0"/>
          <c:showLegendKey val="0"/>
          <c:showVal val="0"/>
          <c:showCatName val="0"/>
          <c:showSerName val="0"/>
          <c:showPercent val="0"/>
          <c:showBubbleSize val="0"/>
          <c:extLst>
            <c:ext xmlns:c15="http://schemas.microsoft.com/office/drawing/2012/chart" uri="{CE6537A1-D6FC-4f65-9D91-7224C49458BB}"/>
          </c:extLst>
        </c:dLbl>
      </c:pivotFmt>
      <c:pivotFmt>
        <c:idx val="13"/>
        <c:dLbl>
          <c:idx val="0"/>
          <c:showLegendKey val="0"/>
          <c:showVal val="0"/>
          <c:showCatName val="0"/>
          <c:showSerName val="0"/>
          <c:showPercent val="0"/>
          <c:showBubbleSize val="0"/>
          <c:extLst>
            <c:ext xmlns:c15="http://schemas.microsoft.com/office/drawing/2012/chart" uri="{CE6537A1-D6FC-4f65-9D91-7224C49458BB}"/>
          </c:extLst>
        </c:dLbl>
      </c:pivotFmt>
      <c:pivotFmt>
        <c:idx val="14"/>
        <c:dLbl>
          <c:idx val="0"/>
          <c:showLegendKey val="0"/>
          <c:showVal val="0"/>
          <c:showCatName val="0"/>
          <c:showSerName val="0"/>
          <c:showPercent val="0"/>
          <c:showBubbleSize val="0"/>
          <c:extLst>
            <c:ext xmlns:c15="http://schemas.microsoft.com/office/drawing/2012/chart" uri="{CE6537A1-D6FC-4f65-9D91-7224C49458BB}"/>
          </c:extLst>
        </c:dLbl>
      </c:pivotFmt>
      <c:pivotFmt>
        <c:idx val="15"/>
        <c:dLbl>
          <c:idx val="0"/>
          <c:showLegendKey val="0"/>
          <c:showVal val="0"/>
          <c:showCatName val="0"/>
          <c:showSerName val="0"/>
          <c:showPercent val="0"/>
          <c:showBubbleSize val="0"/>
          <c:extLst>
            <c:ext xmlns:c15="http://schemas.microsoft.com/office/drawing/2012/chart" uri="{CE6537A1-D6FC-4f65-9D91-7224C49458BB}"/>
          </c:extLst>
        </c:dLbl>
      </c:pivotFmt>
      <c:pivotFmt>
        <c:idx val="16"/>
        <c:dLbl>
          <c:idx val="0"/>
          <c:showLegendKey val="0"/>
          <c:showVal val="0"/>
          <c:showCatName val="0"/>
          <c:showSerName val="0"/>
          <c:showPercent val="0"/>
          <c:showBubbleSize val="0"/>
          <c:extLst>
            <c:ext xmlns:c15="http://schemas.microsoft.com/office/drawing/2012/chart" uri="{CE6537A1-D6FC-4f65-9D91-7224C49458BB}"/>
          </c:extLst>
        </c:dLbl>
      </c:pivotFmt>
      <c:pivotFmt>
        <c:idx val="17"/>
        <c:dLbl>
          <c:idx val="0"/>
          <c:showLegendKey val="0"/>
          <c:showVal val="0"/>
          <c:showCatName val="0"/>
          <c:showSerName val="0"/>
          <c:showPercent val="0"/>
          <c:showBubbleSize val="0"/>
          <c:extLst>
            <c:ext xmlns:c15="http://schemas.microsoft.com/office/drawing/2012/chart" uri="{CE6537A1-D6FC-4f65-9D91-7224C49458BB}"/>
          </c:extLst>
        </c:dLbl>
      </c:pivotFmt>
      <c:pivotFmt>
        <c:idx val="18"/>
        <c:dLbl>
          <c:idx val="0"/>
          <c:showLegendKey val="0"/>
          <c:showVal val="0"/>
          <c:showCatName val="0"/>
          <c:showSerName val="0"/>
          <c:showPercent val="0"/>
          <c:showBubbleSize val="0"/>
          <c:extLst>
            <c:ext xmlns:c15="http://schemas.microsoft.com/office/drawing/2012/chart" uri="{CE6537A1-D6FC-4f65-9D91-7224C49458BB}"/>
          </c:extLst>
        </c:dLbl>
      </c:pivotFmt>
      <c:pivotFmt>
        <c:idx val="19"/>
        <c:dLbl>
          <c:idx val="0"/>
          <c:showLegendKey val="0"/>
          <c:showVal val="0"/>
          <c:showCatName val="0"/>
          <c:showSerName val="0"/>
          <c:showPercent val="0"/>
          <c:showBubbleSize val="0"/>
          <c:extLst>
            <c:ext xmlns:c15="http://schemas.microsoft.com/office/drawing/2012/chart" uri="{CE6537A1-D6FC-4f65-9D91-7224C49458BB}"/>
          </c:extLst>
        </c:dLbl>
      </c:pivotFmt>
      <c:pivotFmt>
        <c:idx val="20"/>
        <c:dLbl>
          <c:idx val="0"/>
          <c:showLegendKey val="0"/>
          <c:showVal val="0"/>
          <c:showCatName val="0"/>
          <c:showSerName val="0"/>
          <c:showPercent val="0"/>
          <c:showBubbleSize val="0"/>
          <c:extLst>
            <c:ext xmlns:c15="http://schemas.microsoft.com/office/drawing/2012/chart" uri="{CE6537A1-D6FC-4f65-9D91-7224C49458BB}"/>
          </c:extLst>
        </c:dLbl>
      </c:pivotFmt>
      <c:pivotFmt>
        <c:idx val="21"/>
        <c:dLbl>
          <c:idx val="0"/>
          <c:showLegendKey val="0"/>
          <c:showVal val="0"/>
          <c:showCatName val="0"/>
          <c:showSerName val="0"/>
          <c:showPercent val="0"/>
          <c:showBubbleSize val="0"/>
          <c:extLst>
            <c:ext xmlns:c15="http://schemas.microsoft.com/office/drawing/2012/chart" uri="{CE6537A1-D6FC-4f65-9D91-7224C49458BB}"/>
          </c:extLst>
        </c:dLbl>
      </c:pivotFmt>
      <c:pivotFmt>
        <c:idx val="22"/>
        <c:dLbl>
          <c:idx val="0"/>
          <c:showLegendKey val="0"/>
          <c:showVal val="0"/>
          <c:showCatName val="0"/>
          <c:showSerName val="0"/>
          <c:showPercent val="0"/>
          <c:showBubbleSize val="0"/>
          <c:extLst>
            <c:ext xmlns:c15="http://schemas.microsoft.com/office/drawing/2012/chart" uri="{CE6537A1-D6FC-4f65-9D91-7224C49458BB}"/>
          </c:extLst>
        </c:dLbl>
      </c:pivotFmt>
      <c:pivotFmt>
        <c:idx val="23"/>
        <c:dLbl>
          <c:idx val="0"/>
          <c:showLegendKey val="0"/>
          <c:showVal val="0"/>
          <c:showCatName val="0"/>
          <c:showSerName val="0"/>
          <c:showPercent val="0"/>
          <c:showBubbleSize val="0"/>
          <c:extLst>
            <c:ext xmlns:c15="http://schemas.microsoft.com/office/drawing/2012/chart" uri="{CE6537A1-D6FC-4f65-9D91-7224C49458BB}"/>
          </c:extLst>
        </c:dLbl>
      </c:pivotFmt>
      <c:pivotFmt>
        <c:idx val="24"/>
        <c:dLbl>
          <c:idx val="0"/>
          <c:showLegendKey val="0"/>
          <c:showVal val="0"/>
          <c:showCatName val="0"/>
          <c:showSerName val="0"/>
          <c:showPercent val="0"/>
          <c:showBubbleSize val="0"/>
          <c:extLst>
            <c:ext xmlns:c15="http://schemas.microsoft.com/office/drawing/2012/chart" uri="{CE6537A1-D6FC-4f65-9D91-7224C49458BB}"/>
          </c:extLst>
        </c:dLbl>
      </c:pivotFmt>
      <c:pivotFmt>
        <c:idx val="25"/>
        <c:dLbl>
          <c:idx val="0"/>
          <c:showLegendKey val="0"/>
          <c:showVal val="0"/>
          <c:showCatName val="0"/>
          <c:showSerName val="0"/>
          <c:showPercent val="0"/>
          <c:showBubbleSize val="0"/>
          <c:extLst>
            <c:ext xmlns:c15="http://schemas.microsoft.com/office/drawing/2012/chart" uri="{CE6537A1-D6FC-4f65-9D91-7224C49458BB}"/>
          </c:extLst>
        </c:dLbl>
      </c:pivotFmt>
      <c:pivotFmt>
        <c:idx val="26"/>
        <c:dLbl>
          <c:idx val="0"/>
          <c:showLegendKey val="0"/>
          <c:showVal val="0"/>
          <c:showCatName val="0"/>
          <c:showSerName val="0"/>
          <c:showPercent val="0"/>
          <c:showBubbleSize val="0"/>
          <c:extLst>
            <c:ext xmlns:c15="http://schemas.microsoft.com/office/drawing/2012/chart" uri="{CE6537A1-D6FC-4f65-9D91-7224C49458BB}"/>
          </c:extLst>
        </c:dLbl>
      </c:pivotFmt>
      <c:pivotFmt>
        <c:idx val="27"/>
        <c:dLbl>
          <c:idx val="0"/>
          <c:showLegendKey val="0"/>
          <c:showVal val="0"/>
          <c:showCatName val="0"/>
          <c:showSerName val="0"/>
          <c:showPercent val="0"/>
          <c:showBubbleSize val="0"/>
          <c:extLst>
            <c:ext xmlns:c15="http://schemas.microsoft.com/office/drawing/2012/chart" uri="{CE6537A1-D6FC-4f65-9D91-7224C49458BB}"/>
          </c:extLst>
        </c:dLbl>
      </c:pivotFmt>
      <c:pivotFmt>
        <c:idx val="28"/>
        <c:dLbl>
          <c:idx val="0"/>
          <c:showLegendKey val="0"/>
          <c:showVal val="0"/>
          <c:showCatName val="0"/>
          <c:showSerName val="0"/>
          <c:showPercent val="0"/>
          <c:showBubbleSize val="0"/>
          <c:extLst>
            <c:ext xmlns:c15="http://schemas.microsoft.com/office/drawing/2012/chart" uri="{CE6537A1-D6FC-4f65-9D91-7224C49458BB}"/>
          </c:extLst>
        </c:dLbl>
      </c:pivotFmt>
      <c:pivotFmt>
        <c:idx val="29"/>
        <c:dLbl>
          <c:idx val="0"/>
          <c:showLegendKey val="0"/>
          <c:showVal val="0"/>
          <c:showCatName val="0"/>
          <c:showSerName val="0"/>
          <c:showPercent val="0"/>
          <c:showBubbleSize val="0"/>
          <c:extLst>
            <c:ext xmlns:c15="http://schemas.microsoft.com/office/drawing/2012/chart" uri="{CE6537A1-D6FC-4f65-9D91-7224C49458BB}"/>
          </c:extLst>
        </c:dLbl>
      </c:pivotFmt>
      <c:pivotFmt>
        <c:idx val="30"/>
        <c:dLbl>
          <c:idx val="0"/>
          <c:showLegendKey val="0"/>
          <c:showVal val="0"/>
          <c:showCatName val="0"/>
          <c:showSerName val="0"/>
          <c:showPercent val="0"/>
          <c:showBubbleSize val="0"/>
          <c:extLst>
            <c:ext xmlns:c15="http://schemas.microsoft.com/office/drawing/2012/chart" uri="{CE6537A1-D6FC-4f65-9D91-7224C49458BB}"/>
          </c:extLst>
        </c:dLbl>
      </c:pivotFmt>
      <c:pivotFmt>
        <c:idx val="31"/>
        <c:dLbl>
          <c:idx val="0"/>
          <c:showLegendKey val="0"/>
          <c:showVal val="0"/>
          <c:showCatName val="0"/>
          <c:showSerName val="0"/>
          <c:showPercent val="0"/>
          <c:showBubbleSize val="0"/>
          <c:extLst>
            <c:ext xmlns:c15="http://schemas.microsoft.com/office/drawing/2012/chart" uri="{CE6537A1-D6FC-4f65-9D91-7224C49458BB}"/>
          </c:extLst>
        </c:dLbl>
      </c:pivotFmt>
      <c:pivotFmt>
        <c:idx val="32"/>
        <c:dLbl>
          <c:idx val="0"/>
          <c:showLegendKey val="0"/>
          <c:showVal val="0"/>
          <c:showCatName val="0"/>
          <c:showSerName val="0"/>
          <c:showPercent val="0"/>
          <c:showBubbleSize val="0"/>
          <c:extLst>
            <c:ext xmlns:c15="http://schemas.microsoft.com/office/drawing/2012/chart" uri="{CE6537A1-D6FC-4f65-9D91-7224C49458BB}"/>
          </c:extLst>
        </c:dLbl>
      </c:pivotFmt>
      <c:pivotFmt>
        <c:idx val="33"/>
        <c:dLbl>
          <c:idx val="0"/>
          <c:showLegendKey val="0"/>
          <c:showVal val="0"/>
          <c:showCatName val="0"/>
          <c:showSerName val="0"/>
          <c:showPercent val="0"/>
          <c:showBubbleSize val="0"/>
          <c:extLst>
            <c:ext xmlns:c15="http://schemas.microsoft.com/office/drawing/2012/chart" uri="{CE6537A1-D6FC-4f65-9D91-7224C49458BB}"/>
          </c:extLst>
        </c:dLbl>
      </c:pivotFmt>
      <c:pivotFmt>
        <c:idx val="34"/>
        <c:dLbl>
          <c:idx val="0"/>
          <c:showLegendKey val="0"/>
          <c:showVal val="0"/>
          <c:showCatName val="0"/>
          <c:showSerName val="0"/>
          <c:showPercent val="0"/>
          <c:showBubbleSize val="0"/>
          <c:extLst>
            <c:ext xmlns:c15="http://schemas.microsoft.com/office/drawing/2012/chart" uri="{CE6537A1-D6FC-4f65-9D91-7224C49458BB}"/>
          </c:extLst>
        </c:dLbl>
      </c:pivotFmt>
      <c:pivotFmt>
        <c:idx val="35"/>
        <c:dLbl>
          <c:idx val="0"/>
          <c:showLegendKey val="0"/>
          <c:showVal val="0"/>
          <c:showCatName val="0"/>
          <c:showSerName val="0"/>
          <c:showPercent val="0"/>
          <c:showBubbleSize val="0"/>
          <c:extLst>
            <c:ext xmlns:c15="http://schemas.microsoft.com/office/drawing/2012/chart" uri="{CE6537A1-D6FC-4f65-9D91-7224C49458BB}"/>
          </c:extLst>
        </c:dLbl>
      </c:pivotFmt>
      <c:pivotFmt>
        <c:idx val="36"/>
        <c:dLbl>
          <c:idx val="0"/>
          <c:showLegendKey val="0"/>
          <c:showVal val="0"/>
          <c:showCatName val="0"/>
          <c:showSerName val="0"/>
          <c:showPercent val="0"/>
          <c:showBubbleSize val="0"/>
          <c:extLst>
            <c:ext xmlns:c15="http://schemas.microsoft.com/office/drawing/2012/chart" uri="{CE6537A1-D6FC-4f65-9D91-7224C49458BB}"/>
          </c:extLst>
        </c:dLbl>
      </c:pivotFmt>
      <c:pivotFmt>
        <c:idx val="37"/>
        <c:dLbl>
          <c:idx val="0"/>
          <c:showLegendKey val="0"/>
          <c:showVal val="0"/>
          <c:showCatName val="0"/>
          <c:showSerName val="0"/>
          <c:showPercent val="0"/>
          <c:showBubbleSize val="0"/>
          <c:extLst>
            <c:ext xmlns:c15="http://schemas.microsoft.com/office/drawing/2012/chart" uri="{CE6537A1-D6FC-4f65-9D91-7224C49458BB}"/>
          </c:extLst>
        </c:dLbl>
      </c:pivotFmt>
      <c:pivotFmt>
        <c:idx val="38"/>
        <c:dLbl>
          <c:idx val="0"/>
          <c:showLegendKey val="0"/>
          <c:showVal val="0"/>
          <c:showCatName val="0"/>
          <c:showSerName val="0"/>
          <c:showPercent val="0"/>
          <c:showBubbleSize val="0"/>
          <c:extLst>
            <c:ext xmlns:c15="http://schemas.microsoft.com/office/drawing/2012/chart" uri="{CE6537A1-D6FC-4f65-9D91-7224C49458BB}"/>
          </c:extLst>
        </c:dLbl>
      </c:pivotFmt>
      <c:pivotFmt>
        <c:idx val="39"/>
        <c:dLbl>
          <c:idx val="0"/>
          <c:showLegendKey val="0"/>
          <c:showVal val="0"/>
          <c:showCatName val="0"/>
          <c:showSerName val="0"/>
          <c:showPercent val="0"/>
          <c:showBubbleSize val="0"/>
          <c:extLst>
            <c:ext xmlns:c15="http://schemas.microsoft.com/office/drawing/2012/chart" uri="{CE6537A1-D6FC-4f65-9D91-7224C49458BB}"/>
          </c:extLst>
        </c:dLbl>
      </c:pivotFmt>
      <c:pivotFmt>
        <c:idx val="40"/>
        <c:dLbl>
          <c:idx val="0"/>
          <c:showLegendKey val="0"/>
          <c:showVal val="0"/>
          <c:showCatName val="0"/>
          <c:showSerName val="0"/>
          <c:showPercent val="0"/>
          <c:showBubbleSize val="0"/>
          <c:extLst>
            <c:ext xmlns:c15="http://schemas.microsoft.com/office/drawing/2012/chart" uri="{CE6537A1-D6FC-4f65-9D91-7224C49458BB}"/>
          </c:extLst>
        </c:dLbl>
      </c:pivotFmt>
      <c:pivotFmt>
        <c:idx val="41"/>
        <c:dLbl>
          <c:idx val="0"/>
          <c:showLegendKey val="0"/>
          <c:showVal val="0"/>
          <c:showCatName val="0"/>
          <c:showSerName val="0"/>
          <c:showPercent val="0"/>
          <c:showBubbleSize val="0"/>
          <c:extLst>
            <c:ext xmlns:c15="http://schemas.microsoft.com/office/drawing/2012/chart" uri="{CE6537A1-D6FC-4f65-9D91-7224C49458BB}"/>
          </c:extLst>
        </c:dLbl>
      </c:pivotFmt>
      <c:pivotFmt>
        <c:idx val="42"/>
        <c:dLbl>
          <c:idx val="0"/>
          <c:showLegendKey val="0"/>
          <c:showVal val="0"/>
          <c:showCatName val="0"/>
          <c:showSerName val="0"/>
          <c:showPercent val="0"/>
          <c:showBubbleSize val="0"/>
          <c:extLst>
            <c:ext xmlns:c15="http://schemas.microsoft.com/office/drawing/2012/chart" uri="{CE6537A1-D6FC-4f65-9D91-7224C49458BB}"/>
          </c:extLst>
        </c:dLbl>
      </c:pivotFmt>
      <c:pivotFmt>
        <c:idx val="43"/>
        <c:dLbl>
          <c:idx val="0"/>
          <c:showLegendKey val="0"/>
          <c:showVal val="0"/>
          <c:showCatName val="0"/>
          <c:showSerName val="0"/>
          <c:showPercent val="0"/>
          <c:showBubbleSize val="0"/>
          <c:extLst>
            <c:ext xmlns:c15="http://schemas.microsoft.com/office/drawing/2012/chart" uri="{CE6537A1-D6FC-4f65-9D91-7224C49458BB}"/>
          </c:extLst>
        </c:dLbl>
      </c:pivotFmt>
      <c:pivotFmt>
        <c:idx val="44"/>
        <c:dLbl>
          <c:idx val="0"/>
          <c:showLegendKey val="0"/>
          <c:showVal val="0"/>
          <c:showCatName val="0"/>
          <c:showSerName val="0"/>
          <c:showPercent val="0"/>
          <c:showBubbleSize val="0"/>
          <c:extLst>
            <c:ext xmlns:c15="http://schemas.microsoft.com/office/drawing/2012/chart" uri="{CE6537A1-D6FC-4f65-9D91-7224C49458BB}"/>
          </c:extLst>
        </c:dLbl>
      </c:pivotFmt>
      <c:pivotFmt>
        <c:idx val="45"/>
        <c:dLbl>
          <c:idx val="0"/>
          <c:showLegendKey val="0"/>
          <c:showVal val="0"/>
          <c:showCatName val="0"/>
          <c:showSerName val="0"/>
          <c:showPercent val="0"/>
          <c:showBubbleSize val="0"/>
          <c:extLst>
            <c:ext xmlns:c15="http://schemas.microsoft.com/office/drawing/2012/chart" uri="{CE6537A1-D6FC-4f65-9D91-7224C49458BB}"/>
          </c:extLst>
        </c:dLbl>
      </c:pivotFmt>
      <c:pivotFmt>
        <c:idx val="46"/>
        <c:dLbl>
          <c:idx val="0"/>
          <c:showLegendKey val="0"/>
          <c:showVal val="0"/>
          <c:showCatName val="0"/>
          <c:showSerName val="0"/>
          <c:showPercent val="0"/>
          <c:showBubbleSize val="0"/>
          <c:extLst>
            <c:ext xmlns:c15="http://schemas.microsoft.com/office/drawing/2012/chart" uri="{CE6537A1-D6FC-4f65-9D91-7224C49458BB}"/>
          </c:extLst>
        </c:dLbl>
      </c:pivotFmt>
      <c:pivotFmt>
        <c:idx val="47"/>
        <c:dLbl>
          <c:idx val="0"/>
          <c:showLegendKey val="0"/>
          <c:showVal val="0"/>
          <c:showCatName val="0"/>
          <c:showSerName val="0"/>
          <c:showPercent val="0"/>
          <c:showBubbleSize val="0"/>
          <c:extLst>
            <c:ext xmlns:c15="http://schemas.microsoft.com/office/drawing/2012/chart" uri="{CE6537A1-D6FC-4f65-9D91-7224C49458BB}"/>
          </c:extLst>
        </c:dLbl>
      </c:pivotFmt>
      <c:pivotFmt>
        <c:idx val="48"/>
        <c:dLbl>
          <c:idx val="0"/>
          <c:showLegendKey val="0"/>
          <c:showVal val="0"/>
          <c:showCatName val="0"/>
          <c:showSerName val="0"/>
          <c:showPercent val="0"/>
          <c:showBubbleSize val="0"/>
          <c:extLst>
            <c:ext xmlns:c15="http://schemas.microsoft.com/office/drawing/2012/chart" uri="{CE6537A1-D6FC-4f65-9D91-7224C49458BB}"/>
          </c:extLst>
        </c:dLbl>
      </c:pivotFmt>
      <c:pivotFmt>
        <c:idx val="49"/>
        <c:dLbl>
          <c:idx val="0"/>
          <c:showLegendKey val="0"/>
          <c:showVal val="0"/>
          <c:showCatName val="0"/>
          <c:showSerName val="0"/>
          <c:showPercent val="0"/>
          <c:showBubbleSize val="0"/>
          <c:extLst>
            <c:ext xmlns:c15="http://schemas.microsoft.com/office/drawing/2012/chart" uri="{CE6537A1-D6FC-4f65-9D91-7224C49458BB}"/>
          </c:extLst>
        </c:dLbl>
      </c:pivotFmt>
      <c:pivotFmt>
        <c:idx val="50"/>
        <c:dLbl>
          <c:idx val="0"/>
          <c:showLegendKey val="0"/>
          <c:showVal val="0"/>
          <c:showCatName val="0"/>
          <c:showSerName val="0"/>
          <c:showPercent val="0"/>
          <c:showBubbleSize val="0"/>
          <c:extLst>
            <c:ext xmlns:c15="http://schemas.microsoft.com/office/drawing/2012/chart" uri="{CE6537A1-D6FC-4f65-9D91-7224C49458BB}"/>
          </c:extLst>
        </c:dLbl>
      </c:pivotFmt>
      <c:pivotFmt>
        <c:idx val="51"/>
        <c:dLbl>
          <c:idx val="0"/>
          <c:showLegendKey val="0"/>
          <c:showVal val="0"/>
          <c:showCatName val="0"/>
          <c:showSerName val="0"/>
          <c:showPercent val="0"/>
          <c:showBubbleSize val="0"/>
          <c:extLst>
            <c:ext xmlns:c15="http://schemas.microsoft.com/office/drawing/2012/chart" uri="{CE6537A1-D6FC-4f65-9D91-7224C49458BB}"/>
          </c:extLst>
        </c:dLbl>
      </c:pivotFmt>
      <c:pivotFmt>
        <c:idx val="52"/>
        <c:dLbl>
          <c:idx val="0"/>
          <c:showLegendKey val="0"/>
          <c:showVal val="0"/>
          <c:showCatName val="0"/>
          <c:showSerName val="0"/>
          <c:showPercent val="0"/>
          <c:showBubbleSize val="0"/>
          <c:extLst>
            <c:ext xmlns:c15="http://schemas.microsoft.com/office/drawing/2012/chart" uri="{CE6537A1-D6FC-4f65-9D91-7224C49458BB}"/>
          </c:extLst>
        </c:dLbl>
      </c:pivotFmt>
      <c:pivotFmt>
        <c:idx val="53"/>
        <c:dLbl>
          <c:idx val="0"/>
          <c:showLegendKey val="0"/>
          <c:showVal val="0"/>
          <c:showCatName val="0"/>
          <c:showSerName val="0"/>
          <c:showPercent val="0"/>
          <c:showBubbleSize val="0"/>
          <c:extLst>
            <c:ext xmlns:c15="http://schemas.microsoft.com/office/drawing/2012/chart" uri="{CE6537A1-D6FC-4f65-9D91-7224C49458BB}"/>
          </c:extLst>
        </c:dLbl>
      </c:pivotFmt>
      <c:pivotFmt>
        <c:idx val="54"/>
        <c:dLbl>
          <c:idx val="0"/>
          <c:showLegendKey val="0"/>
          <c:showVal val="0"/>
          <c:showCatName val="0"/>
          <c:showSerName val="0"/>
          <c:showPercent val="0"/>
          <c:showBubbleSize val="0"/>
          <c:extLst>
            <c:ext xmlns:c15="http://schemas.microsoft.com/office/drawing/2012/chart" uri="{CE6537A1-D6FC-4f65-9D91-7224C49458BB}"/>
          </c:extLst>
        </c:dLbl>
      </c:pivotFmt>
      <c:pivotFmt>
        <c:idx val="55"/>
        <c:dLbl>
          <c:idx val="0"/>
          <c:showLegendKey val="0"/>
          <c:showVal val="0"/>
          <c:showCatName val="0"/>
          <c:showSerName val="0"/>
          <c:showPercent val="0"/>
          <c:showBubbleSize val="0"/>
          <c:extLst>
            <c:ext xmlns:c15="http://schemas.microsoft.com/office/drawing/2012/chart" uri="{CE6537A1-D6FC-4f65-9D91-7224C49458BB}"/>
          </c:extLst>
        </c:dLbl>
      </c:pivotFmt>
      <c:pivotFmt>
        <c:idx val="56"/>
        <c:dLbl>
          <c:idx val="0"/>
          <c:showLegendKey val="0"/>
          <c:showVal val="0"/>
          <c:showCatName val="0"/>
          <c:showSerName val="0"/>
          <c:showPercent val="0"/>
          <c:showBubbleSize val="0"/>
          <c:extLst>
            <c:ext xmlns:c15="http://schemas.microsoft.com/office/drawing/2012/chart" uri="{CE6537A1-D6FC-4f65-9D91-7224C49458BB}"/>
          </c:extLst>
        </c:dLbl>
      </c:pivotFmt>
      <c:pivotFmt>
        <c:idx val="57"/>
        <c:dLbl>
          <c:idx val="0"/>
          <c:showLegendKey val="0"/>
          <c:showVal val="0"/>
          <c:showCatName val="0"/>
          <c:showSerName val="0"/>
          <c:showPercent val="0"/>
          <c:showBubbleSize val="0"/>
          <c:extLst>
            <c:ext xmlns:c15="http://schemas.microsoft.com/office/drawing/2012/chart" uri="{CE6537A1-D6FC-4f65-9D91-7224C49458BB}"/>
          </c:extLst>
        </c:dLbl>
      </c:pivotFmt>
      <c:pivotFmt>
        <c:idx val="58"/>
        <c:dLbl>
          <c:idx val="0"/>
          <c:showLegendKey val="0"/>
          <c:showVal val="0"/>
          <c:showCatName val="0"/>
          <c:showSerName val="0"/>
          <c:showPercent val="0"/>
          <c:showBubbleSize val="0"/>
          <c:extLst>
            <c:ext xmlns:c15="http://schemas.microsoft.com/office/drawing/2012/chart" uri="{CE6537A1-D6FC-4f65-9D91-7224C49458BB}"/>
          </c:extLst>
        </c:dLbl>
      </c:pivotFmt>
      <c:pivotFmt>
        <c:idx val="59"/>
        <c:dLbl>
          <c:idx val="0"/>
          <c:showLegendKey val="0"/>
          <c:showVal val="0"/>
          <c:showCatName val="0"/>
          <c:showSerName val="0"/>
          <c:showPercent val="0"/>
          <c:showBubbleSize val="0"/>
          <c:extLst>
            <c:ext xmlns:c15="http://schemas.microsoft.com/office/drawing/2012/chart" uri="{CE6537A1-D6FC-4f65-9D91-7224C49458BB}"/>
          </c:extLst>
        </c:dLbl>
      </c:pivotFmt>
      <c:pivotFmt>
        <c:idx val="60"/>
        <c:dLbl>
          <c:idx val="0"/>
          <c:showLegendKey val="0"/>
          <c:showVal val="0"/>
          <c:showCatName val="0"/>
          <c:showSerName val="0"/>
          <c:showPercent val="0"/>
          <c:showBubbleSize val="0"/>
          <c:extLst>
            <c:ext xmlns:c15="http://schemas.microsoft.com/office/drawing/2012/chart" uri="{CE6537A1-D6FC-4f65-9D91-7224C49458BB}"/>
          </c:extLst>
        </c:dLbl>
      </c:pivotFmt>
      <c:pivotFmt>
        <c:idx val="61"/>
        <c:dLbl>
          <c:idx val="0"/>
          <c:showLegendKey val="0"/>
          <c:showVal val="0"/>
          <c:showCatName val="0"/>
          <c:showSerName val="0"/>
          <c:showPercent val="0"/>
          <c:showBubbleSize val="0"/>
          <c:extLst>
            <c:ext xmlns:c15="http://schemas.microsoft.com/office/drawing/2012/chart" uri="{CE6537A1-D6FC-4f65-9D91-7224C49458BB}"/>
          </c:extLst>
        </c:dLbl>
      </c:pivotFmt>
      <c:pivotFmt>
        <c:idx val="62"/>
        <c:dLbl>
          <c:idx val="0"/>
          <c:showLegendKey val="0"/>
          <c:showVal val="0"/>
          <c:showCatName val="0"/>
          <c:showSerName val="0"/>
          <c:showPercent val="0"/>
          <c:showBubbleSize val="0"/>
          <c:extLst>
            <c:ext xmlns:c15="http://schemas.microsoft.com/office/drawing/2012/chart" uri="{CE6537A1-D6FC-4f65-9D91-7224C49458BB}"/>
          </c:extLst>
        </c:dLbl>
      </c:pivotFmt>
      <c:pivotFmt>
        <c:idx val="63"/>
        <c:dLbl>
          <c:idx val="0"/>
          <c:showLegendKey val="0"/>
          <c:showVal val="0"/>
          <c:showCatName val="0"/>
          <c:showSerName val="0"/>
          <c:showPercent val="0"/>
          <c:showBubbleSize val="0"/>
          <c:extLst>
            <c:ext xmlns:c15="http://schemas.microsoft.com/office/drawing/2012/chart" uri="{CE6537A1-D6FC-4f65-9D91-7224C49458BB}"/>
          </c:extLst>
        </c:dLbl>
      </c:pivotFmt>
      <c:pivotFmt>
        <c:idx val="64"/>
        <c:dLbl>
          <c:idx val="0"/>
          <c:showLegendKey val="0"/>
          <c:showVal val="0"/>
          <c:showCatName val="0"/>
          <c:showSerName val="0"/>
          <c:showPercent val="0"/>
          <c:showBubbleSize val="0"/>
          <c:extLst>
            <c:ext xmlns:c15="http://schemas.microsoft.com/office/drawing/2012/chart" uri="{CE6537A1-D6FC-4f65-9D91-7224C49458BB}"/>
          </c:extLst>
        </c:dLbl>
      </c:pivotFmt>
      <c:pivotFmt>
        <c:idx val="65"/>
        <c:dLbl>
          <c:idx val="0"/>
          <c:showLegendKey val="0"/>
          <c:showVal val="0"/>
          <c:showCatName val="0"/>
          <c:showSerName val="0"/>
          <c:showPercent val="0"/>
          <c:showBubbleSize val="0"/>
          <c:extLst>
            <c:ext xmlns:c15="http://schemas.microsoft.com/office/drawing/2012/chart" uri="{CE6537A1-D6FC-4f65-9D91-7224C49458BB}"/>
          </c:extLst>
        </c:dLbl>
      </c:pivotFmt>
      <c:pivotFmt>
        <c:idx val="66"/>
        <c:dLbl>
          <c:idx val="0"/>
          <c:showLegendKey val="0"/>
          <c:showVal val="0"/>
          <c:showCatName val="0"/>
          <c:showSerName val="0"/>
          <c:showPercent val="0"/>
          <c:showBubbleSize val="0"/>
          <c:extLst>
            <c:ext xmlns:c15="http://schemas.microsoft.com/office/drawing/2012/chart" uri="{CE6537A1-D6FC-4f65-9D91-7224C49458BB}"/>
          </c:extLst>
        </c:dLbl>
      </c:pivotFmt>
      <c:pivotFmt>
        <c:idx val="67"/>
        <c:dLbl>
          <c:idx val="0"/>
          <c:showLegendKey val="0"/>
          <c:showVal val="0"/>
          <c:showCatName val="0"/>
          <c:showSerName val="0"/>
          <c:showPercent val="0"/>
          <c:showBubbleSize val="0"/>
          <c:extLst>
            <c:ext xmlns:c15="http://schemas.microsoft.com/office/drawing/2012/chart" uri="{CE6537A1-D6FC-4f65-9D91-7224C49458BB}"/>
          </c:extLst>
        </c:dLbl>
      </c:pivotFmt>
      <c:pivotFmt>
        <c:idx val="68"/>
        <c:dLbl>
          <c:idx val="0"/>
          <c:showLegendKey val="0"/>
          <c:showVal val="0"/>
          <c:showCatName val="0"/>
          <c:showSerName val="0"/>
          <c:showPercent val="0"/>
          <c:showBubbleSize val="0"/>
          <c:extLst>
            <c:ext xmlns:c15="http://schemas.microsoft.com/office/drawing/2012/chart" uri="{CE6537A1-D6FC-4f65-9D91-7224C49458BB}"/>
          </c:extLst>
        </c:dLbl>
      </c:pivotFmt>
      <c:pivotFmt>
        <c:idx val="69"/>
        <c:dLbl>
          <c:idx val="0"/>
          <c:showLegendKey val="0"/>
          <c:showVal val="0"/>
          <c:showCatName val="0"/>
          <c:showSerName val="0"/>
          <c:showPercent val="0"/>
          <c:showBubbleSize val="0"/>
          <c:extLst>
            <c:ext xmlns:c15="http://schemas.microsoft.com/office/drawing/2012/chart" uri="{CE6537A1-D6FC-4f65-9D91-7224C49458BB}"/>
          </c:extLst>
        </c:dLbl>
      </c:pivotFmt>
      <c:pivotFmt>
        <c:idx val="70"/>
        <c:dLbl>
          <c:idx val="0"/>
          <c:showLegendKey val="0"/>
          <c:showVal val="0"/>
          <c:showCatName val="0"/>
          <c:showSerName val="0"/>
          <c:showPercent val="0"/>
          <c:showBubbleSize val="0"/>
          <c:extLst>
            <c:ext xmlns:c15="http://schemas.microsoft.com/office/drawing/2012/chart" uri="{CE6537A1-D6FC-4f65-9D91-7224C49458BB}"/>
          </c:extLst>
        </c:dLbl>
      </c:pivotFmt>
      <c:pivotFmt>
        <c:idx val="71"/>
        <c:dLbl>
          <c:idx val="0"/>
          <c:showLegendKey val="0"/>
          <c:showVal val="0"/>
          <c:showCatName val="0"/>
          <c:showSerName val="0"/>
          <c:showPercent val="0"/>
          <c:showBubbleSize val="0"/>
          <c:extLst>
            <c:ext xmlns:c15="http://schemas.microsoft.com/office/drawing/2012/chart" uri="{CE6537A1-D6FC-4f65-9D91-7224C49458BB}"/>
          </c:extLst>
        </c:dLbl>
      </c:pivotFmt>
      <c:pivotFmt>
        <c:idx val="72"/>
        <c:dLbl>
          <c:idx val="0"/>
          <c:showLegendKey val="0"/>
          <c:showVal val="0"/>
          <c:showCatName val="0"/>
          <c:showSerName val="0"/>
          <c:showPercent val="0"/>
          <c:showBubbleSize val="0"/>
          <c:extLst>
            <c:ext xmlns:c15="http://schemas.microsoft.com/office/drawing/2012/chart" uri="{CE6537A1-D6FC-4f65-9D91-7224C49458BB}"/>
          </c:extLst>
        </c:dLbl>
      </c:pivotFmt>
      <c:pivotFmt>
        <c:idx val="73"/>
        <c:dLbl>
          <c:idx val="0"/>
          <c:showLegendKey val="0"/>
          <c:showVal val="0"/>
          <c:showCatName val="0"/>
          <c:showSerName val="0"/>
          <c:showPercent val="0"/>
          <c:showBubbleSize val="0"/>
          <c:extLst>
            <c:ext xmlns:c15="http://schemas.microsoft.com/office/drawing/2012/chart" uri="{CE6537A1-D6FC-4f65-9D91-7224C49458BB}"/>
          </c:extLst>
        </c:dLbl>
      </c:pivotFmt>
      <c:pivotFmt>
        <c:idx val="74"/>
        <c:dLbl>
          <c:idx val="0"/>
          <c:showLegendKey val="0"/>
          <c:showVal val="0"/>
          <c:showCatName val="0"/>
          <c:showSerName val="0"/>
          <c:showPercent val="0"/>
          <c:showBubbleSize val="0"/>
          <c:extLst>
            <c:ext xmlns:c15="http://schemas.microsoft.com/office/drawing/2012/chart" uri="{CE6537A1-D6FC-4f65-9D91-7224C49458BB}"/>
          </c:extLst>
        </c:dLbl>
      </c:pivotFmt>
      <c:pivotFmt>
        <c:idx val="75"/>
        <c:dLbl>
          <c:idx val="0"/>
          <c:showLegendKey val="0"/>
          <c:showVal val="0"/>
          <c:showCatName val="0"/>
          <c:showSerName val="0"/>
          <c:showPercent val="0"/>
          <c:showBubbleSize val="0"/>
          <c:extLst>
            <c:ext xmlns:c15="http://schemas.microsoft.com/office/drawing/2012/chart" uri="{CE6537A1-D6FC-4f65-9D91-7224C49458BB}"/>
          </c:extLst>
        </c:dLbl>
      </c:pivotFmt>
      <c:pivotFmt>
        <c:idx val="76"/>
        <c:dLbl>
          <c:idx val="0"/>
          <c:showLegendKey val="0"/>
          <c:showVal val="0"/>
          <c:showCatName val="0"/>
          <c:showSerName val="0"/>
          <c:showPercent val="0"/>
          <c:showBubbleSize val="0"/>
          <c:extLst>
            <c:ext xmlns:c15="http://schemas.microsoft.com/office/drawing/2012/chart" uri="{CE6537A1-D6FC-4f65-9D91-7224C49458BB}"/>
          </c:extLst>
        </c:dLbl>
      </c:pivotFmt>
      <c:pivotFmt>
        <c:idx val="77"/>
        <c:dLbl>
          <c:idx val="0"/>
          <c:showLegendKey val="0"/>
          <c:showVal val="0"/>
          <c:showCatName val="0"/>
          <c:showSerName val="0"/>
          <c:showPercent val="0"/>
          <c:showBubbleSize val="0"/>
          <c:extLst>
            <c:ext xmlns:c15="http://schemas.microsoft.com/office/drawing/2012/chart" uri="{CE6537A1-D6FC-4f65-9D91-7224C49458BB}"/>
          </c:extLst>
        </c:dLbl>
      </c:pivotFmt>
      <c:pivotFmt>
        <c:idx val="78"/>
        <c:dLbl>
          <c:idx val="0"/>
          <c:showLegendKey val="0"/>
          <c:showVal val="0"/>
          <c:showCatName val="0"/>
          <c:showSerName val="0"/>
          <c:showPercent val="0"/>
          <c:showBubbleSize val="0"/>
          <c:extLst>
            <c:ext xmlns:c15="http://schemas.microsoft.com/office/drawing/2012/chart" uri="{CE6537A1-D6FC-4f65-9D91-7224C49458BB}"/>
          </c:extLst>
        </c:dLbl>
      </c:pivotFmt>
      <c:pivotFmt>
        <c:idx val="79"/>
        <c:dLbl>
          <c:idx val="0"/>
          <c:showLegendKey val="0"/>
          <c:showVal val="0"/>
          <c:showCatName val="0"/>
          <c:showSerName val="0"/>
          <c:showPercent val="0"/>
          <c:showBubbleSize val="0"/>
          <c:extLst>
            <c:ext xmlns:c15="http://schemas.microsoft.com/office/drawing/2012/chart" uri="{CE6537A1-D6FC-4f65-9D91-7224C49458BB}"/>
          </c:extLst>
        </c:dLbl>
      </c:pivotFmt>
      <c:pivotFmt>
        <c:idx val="80"/>
        <c:dLbl>
          <c:idx val="0"/>
          <c:showLegendKey val="0"/>
          <c:showVal val="0"/>
          <c:showCatName val="0"/>
          <c:showSerName val="0"/>
          <c:showPercent val="0"/>
          <c:showBubbleSize val="0"/>
          <c:extLst>
            <c:ext xmlns:c15="http://schemas.microsoft.com/office/drawing/2012/chart" uri="{CE6537A1-D6FC-4f65-9D91-7224C49458BB}"/>
          </c:extLst>
        </c:dLbl>
      </c:pivotFmt>
      <c:pivotFmt>
        <c:idx val="81"/>
        <c:dLbl>
          <c:idx val="0"/>
          <c:showLegendKey val="0"/>
          <c:showVal val="0"/>
          <c:showCatName val="0"/>
          <c:showSerName val="0"/>
          <c:showPercent val="0"/>
          <c:showBubbleSize val="0"/>
          <c:extLst>
            <c:ext xmlns:c15="http://schemas.microsoft.com/office/drawing/2012/chart" uri="{CE6537A1-D6FC-4f65-9D91-7224C49458BB}"/>
          </c:extLst>
        </c:dLbl>
      </c:pivotFmt>
      <c:pivotFmt>
        <c:idx val="82"/>
        <c:dLbl>
          <c:idx val="0"/>
          <c:showLegendKey val="0"/>
          <c:showVal val="0"/>
          <c:showCatName val="0"/>
          <c:showSerName val="0"/>
          <c:showPercent val="0"/>
          <c:showBubbleSize val="0"/>
          <c:extLst>
            <c:ext xmlns:c15="http://schemas.microsoft.com/office/drawing/2012/chart" uri="{CE6537A1-D6FC-4f65-9D91-7224C49458BB}"/>
          </c:extLst>
        </c:dLbl>
      </c:pivotFmt>
      <c:pivotFmt>
        <c:idx val="83"/>
        <c:dLbl>
          <c:idx val="0"/>
          <c:showLegendKey val="0"/>
          <c:showVal val="0"/>
          <c:showCatName val="0"/>
          <c:showSerName val="0"/>
          <c:showPercent val="0"/>
          <c:showBubbleSize val="0"/>
          <c:extLst>
            <c:ext xmlns:c15="http://schemas.microsoft.com/office/drawing/2012/chart" uri="{CE6537A1-D6FC-4f65-9D91-7224C49458BB}"/>
          </c:extLst>
        </c:dLbl>
      </c:pivotFmt>
      <c:pivotFmt>
        <c:idx val="84"/>
        <c:dLbl>
          <c:idx val="0"/>
          <c:showLegendKey val="0"/>
          <c:showVal val="0"/>
          <c:showCatName val="0"/>
          <c:showSerName val="0"/>
          <c:showPercent val="0"/>
          <c:showBubbleSize val="0"/>
          <c:extLst>
            <c:ext xmlns:c15="http://schemas.microsoft.com/office/drawing/2012/chart" uri="{CE6537A1-D6FC-4f65-9D91-7224C49458BB}"/>
          </c:extLst>
        </c:dLbl>
      </c:pivotFmt>
      <c:pivotFmt>
        <c:idx val="85"/>
        <c:dLbl>
          <c:idx val="0"/>
          <c:showLegendKey val="0"/>
          <c:showVal val="0"/>
          <c:showCatName val="0"/>
          <c:showSerName val="0"/>
          <c:showPercent val="0"/>
          <c:showBubbleSize val="0"/>
          <c:extLst>
            <c:ext xmlns:c15="http://schemas.microsoft.com/office/drawing/2012/chart" uri="{CE6537A1-D6FC-4f65-9D91-7224C49458BB}"/>
          </c:extLst>
        </c:dLbl>
      </c:pivotFmt>
      <c:pivotFmt>
        <c:idx val="86"/>
        <c:dLbl>
          <c:idx val="0"/>
          <c:showLegendKey val="0"/>
          <c:showVal val="0"/>
          <c:showCatName val="0"/>
          <c:showSerName val="0"/>
          <c:showPercent val="0"/>
          <c:showBubbleSize val="0"/>
          <c:extLst>
            <c:ext xmlns:c15="http://schemas.microsoft.com/office/drawing/2012/chart" uri="{CE6537A1-D6FC-4f65-9D91-7224C49458BB}"/>
          </c:extLst>
        </c:dLbl>
      </c:pivotFmt>
      <c:pivotFmt>
        <c:idx val="87"/>
        <c:dLbl>
          <c:idx val="0"/>
          <c:showLegendKey val="0"/>
          <c:showVal val="0"/>
          <c:showCatName val="0"/>
          <c:showSerName val="0"/>
          <c:showPercent val="0"/>
          <c:showBubbleSize val="0"/>
          <c:extLst>
            <c:ext xmlns:c15="http://schemas.microsoft.com/office/drawing/2012/chart" uri="{CE6537A1-D6FC-4f65-9D91-7224C49458BB}"/>
          </c:extLst>
        </c:dLbl>
      </c:pivotFmt>
      <c:pivotFmt>
        <c:idx val="88"/>
        <c:dLbl>
          <c:idx val="0"/>
          <c:showLegendKey val="0"/>
          <c:showVal val="0"/>
          <c:showCatName val="0"/>
          <c:showSerName val="0"/>
          <c:showPercent val="0"/>
          <c:showBubbleSize val="0"/>
          <c:extLst>
            <c:ext xmlns:c15="http://schemas.microsoft.com/office/drawing/2012/chart" uri="{CE6537A1-D6FC-4f65-9D91-7224C49458BB}"/>
          </c:extLst>
        </c:dLbl>
      </c:pivotFmt>
      <c:pivotFmt>
        <c:idx val="89"/>
        <c:dLbl>
          <c:idx val="0"/>
          <c:showLegendKey val="0"/>
          <c:showVal val="0"/>
          <c:showCatName val="0"/>
          <c:showSerName val="0"/>
          <c:showPercent val="0"/>
          <c:showBubbleSize val="0"/>
          <c:extLst>
            <c:ext xmlns:c15="http://schemas.microsoft.com/office/drawing/2012/chart" uri="{CE6537A1-D6FC-4f65-9D91-7224C49458BB}"/>
          </c:extLst>
        </c:dLbl>
      </c:pivotFmt>
      <c:pivotFmt>
        <c:idx val="90"/>
        <c:dLbl>
          <c:idx val="0"/>
          <c:showLegendKey val="0"/>
          <c:showVal val="0"/>
          <c:showCatName val="0"/>
          <c:showSerName val="0"/>
          <c:showPercent val="0"/>
          <c:showBubbleSize val="0"/>
          <c:extLst>
            <c:ext xmlns:c15="http://schemas.microsoft.com/office/drawing/2012/chart" uri="{CE6537A1-D6FC-4f65-9D91-7224C49458BB}"/>
          </c:extLst>
        </c:dLbl>
      </c:pivotFmt>
      <c:pivotFmt>
        <c:idx val="91"/>
        <c:dLbl>
          <c:idx val="0"/>
          <c:showLegendKey val="0"/>
          <c:showVal val="0"/>
          <c:showCatName val="0"/>
          <c:showSerName val="0"/>
          <c:showPercent val="0"/>
          <c:showBubbleSize val="0"/>
          <c:extLst>
            <c:ext xmlns:c15="http://schemas.microsoft.com/office/drawing/2012/chart" uri="{CE6537A1-D6FC-4f65-9D91-7224C49458BB}"/>
          </c:extLst>
        </c:dLbl>
      </c:pivotFmt>
      <c:pivotFmt>
        <c:idx val="92"/>
        <c:dLbl>
          <c:idx val="0"/>
          <c:showLegendKey val="0"/>
          <c:showVal val="0"/>
          <c:showCatName val="0"/>
          <c:showSerName val="0"/>
          <c:showPercent val="0"/>
          <c:showBubbleSize val="0"/>
          <c:extLst>
            <c:ext xmlns:c15="http://schemas.microsoft.com/office/drawing/2012/chart" uri="{CE6537A1-D6FC-4f65-9D91-7224C49458BB}"/>
          </c:extLst>
        </c:dLbl>
      </c:pivotFmt>
      <c:pivotFmt>
        <c:idx val="93"/>
        <c:dLbl>
          <c:idx val="0"/>
          <c:showLegendKey val="0"/>
          <c:showVal val="0"/>
          <c:showCatName val="0"/>
          <c:showSerName val="0"/>
          <c:showPercent val="0"/>
          <c:showBubbleSize val="0"/>
          <c:extLst>
            <c:ext xmlns:c15="http://schemas.microsoft.com/office/drawing/2012/chart" uri="{CE6537A1-D6FC-4f65-9D91-7224C49458BB}"/>
          </c:extLst>
        </c:dLbl>
      </c:pivotFmt>
      <c:pivotFmt>
        <c:idx val="94"/>
        <c:dLbl>
          <c:idx val="0"/>
          <c:showLegendKey val="0"/>
          <c:showVal val="0"/>
          <c:showCatName val="0"/>
          <c:showSerName val="0"/>
          <c:showPercent val="0"/>
          <c:showBubbleSize val="0"/>
          <c:extLst>
            <c:ext xmlns:c15="http://schemas.microsoft.com/office/drawing/2012/chart" uri="{CE6537A1-D6FC-4f65-9D91-7224C49458BB}"/>
          </c:extLst>
        </c:dLbl>
      </c:pivotFmt>
      <c:pivotFmt>
        <c:idx val="95"/>
        <c:dLbl>
          <c:idx val="0"/>
          <c:showLegendKey val="0"/>
          <c:showVal val="0"/>
          <c:showCatName val="0"/>
          <c:showSerName val="0"/>
          <c:showPercent val="0"/>
          <c:showBubbleSize val="0"/>
          <c:extLst>
            <c:ext xmlns:c15="http://schemas.microsoft.com/office/drawing/2012/chart" uri="{CE6537A1-D6FC-4f65-9D91-7224C49458BB}"/>
          </c:extLst>
        </c:dLbl>
      </c:pivotFmt>
      <c:pivotFmt>
        <c:idx val="96"/>
        <c:dLbl>
          <c:idx val="0"/>
          <c:showLegendKey val="0"/>
          <c:showVal val="0"/>
          <c:showCatName val="0"/>
          <c:showSerName val="0"/>
          <c:showPercent val="0"/>
          <c:showBubbleSize val="0"/>
          <c:extLst>
            <c:ext xmlns:c15="http://schemas.microsoft.com/office/drawing/2012/chart" uri="{CE6537A1-D6FC-4f65-9D91-7224C49458BB}"/>
          </c:extLst>
        </c:dLbl>
      </c:pivotFmt>
      <c:pivotFmt>
        <c:idx val="97"/>
        <c:dLbl>
          <c:idx val="0"/>
          <c:showLegendKey val="0"/>
          <c:showVal val="0"/>
          <c:showCatName val="0"/>
          <c:showSerName val="0"/>
          <c:showPercent val="0"/>
          <c:showBubbleSize val="0"/>
          <c:extLst>
            <c:ext xmlns:c15="http://schemas.microsoft.com/office/drawing/2012/chart" uri="{CE6537A1-D6FC-4f65-9D91-7224C49458BB}"/>
          </c:extLst>
        </c:dLbl>
      </c:pivotFmt>
      <c:pivotFmt>
        <c:idx val="98"/>
        <c:dLbl>
          <c:idx val="0"/>
          <c:showLegendKey val="0"/>
          <c:showVal val="0"/>
          <c:showCatName val="0"/>
          <c:showSerName val="0"/>
          <c:showPercent val="0"/>
          <c:showBubbleSize val="0"/>
          <c:extLst>
            <c:ext xmlns:c15="http://schemas.microsoft.com/office/drawing/2012/chart" uri="{CE6537A1-D6FC-4f65-9D91-7224C49458BB}"/>
          </c:extLst>
        </c:dLbl>
      </c:pivotFmt>
      <c:pivotFmt>
        <c:idx val="99"/>
        <c:dLbl>
          <c:idx val="0"/>
          <c:showLegendKey val="0"/>
          <c:showVal val="0"/>
          <c:showCatName val="0"/>
          <c:showSerName val="0"/>
          <c:showPercent val="0"/>
          <c:showBubbleSize val="0"/>
          <c:extLst>
            <c:ext xmlns:c15="http://schemas.microsoft.com/office/drawing/2012/chart" uri="{CE6537A1-D6FC-4f65-9D91-7224C49458BB}"/>
          </c:extLst>
        </c:dLbl>
      </c:pivotFmt>
      <c:pivotFmt>
        <c:idx val="100"/>
        <c:dLbl>
          <c:idx val="0"/>
          <c:showLegendKey val="0"/>
          <c:showVal val="0"/>
          <c:showCatName val="0"/>
          <c:showSerName val="0"/>
          <c:showPercent val="0"/>
          <c:showBubbleSize val="0"/>
          <c:extLst>
            <c:ext xmlns:c15="http://schemas.microsoft.com/office/drawing/2012/chart" uri="{CE6537A1-D6FC-4f65-9D91-7224C49458BB}"/>
          </c:extLst>
        </c:dLbl>
      </c:pivotFmt>
      <c:pivotFmt>
        <c:idx val="101"/>
        <c:dLbl>
          <c:idx val="0"/>
          <c:showLegendKey val="0"/>
          <c:showVal val="0"/>
          <c:showCatName val="0"/>
          <c:showSerName val="0"/>
          <c:showPercent val="0"/>
          <c:showBubbleSize val="0"/>
          <c:extLst>
            <c:ext xmlns:c15="http://schemas.microsoft.com/office/drawing/2012/chart" uri="{CE6537A1-D6FC-4f65-9D91-7224C49458BB}"/>
          </c:extLst>
        </c:dLbl>
      </c:pivotFmt>
      <c:pivotFmt>
        <c:idx val="102"/>
        <c:dLbl>
          <c:idx val="0"/>
          <c:showLegendKey val="0"/>
          <c:showVal val="0"/>
          <c:showCatName val="0"/>
          <c:showSerName val="0"/>
          <c:showPercent val="0"/>
          <c:showBubbleSize val="0"/>
          <c:extLst>
            <c:ext xmlns:c15="http://schemas.microsoft.com/office/drawing/2012/chart" uri="{CE6537A1-D6FC-4f65-9D91-7224C49458BB}"/>
          </c:extLst>
        </c:dLbl>
      </c:pivotFmt>
      <c:pivotFmt>
        <c:idx val="103"/>
        <c:dLbl>
          <c:idx val="0"/>
          <c:showLegendKey val="0"/>
          <c:showVal val="0"/>
          <c:showCatName val="0"/>
          <c:showSerName val="0"/>
          <c:showPercent val="0"/>
          <c:showBubbleSize val="0"/>
          <c:extLst>
            <c:ext xmlns:c15="http://schemas.microsoft.com/office/drawing/2012/chart" uri="{CE6537A1-D6FC-4f65-9D91-7224C49458BB}"/>
          </c:extLst>
        </c:dLbl>
      </c:pivotFmt>
      <c:pivotFmt>
        <c:idx val="104"/>
        <c:dLbl>
          <c:idx val="0"/>
          <c:showLegendKey val="0"/>
          <c:showVal val="0"/>
          <c:showCatName val="0"/>
          <c:showSerName val="0"/>
          <c:showPercent val="0"/>
          <c:showBubbleSize val="0"/>
          <c:extLst>
            <c:ext xmlns:c15="http://schemas.microsoft.com/office/drawing/2012/chart" uri="{CE6537A1-D6FC-4f65-9D91-7224C49458BB}"/>
          </c:extLst>
        </c:dLbl>
      </c:pivotFmt>
      <c:pivotFmt>
        <c:idx val="105"/>
        <c:dLbl>
          <c:idx val="0"/>
          <c:showLegendKey val="0"/>
          <c:showVal val="0"/>
          <c:showCatName val="0"/>
          <c:showSerName val="0"/>
          <c:showPercent val="0"/>
          <c:showBubbleSize val="0"/>
          <c:extLst>
            <c:ext xmlns:c15="http://schemas.microsoft.com/office/drawing/2012/chart" uri="{CE6537A1-D6FC-4f65-9D91-7224C49458BB}"/>
          </c:extLst>
        </c:dLbl>
      </c:pivotFmt>
      <c:pivotFmt>
        <c:idx val="106"/>
        <c:dLbl>
          <c:idx val="0"/>
          <c:showLegendKey val="0"/>
          <c:showVal val="0"/>
          <c:showCatName val="0"/>
          <c:showSerName val="0"/>
          <c:showPercent val="0"/>
          <c:showBubbleSize val="0"/>
          <c:extLst>
            <c:ext xmlns:c15="http://schemas.microsoft.com/office/drawing/2012/chart" uri="{CE6537A1-D6FC-4f65-9D91-7224C49458BB}"/>
          </c:extLst>
        </c:dLbl>
      </c:pivotFmt>
      <c:pivotFmt>
        <c:idx val="107"/>
        <c:dLbl>
          <c:idx val="0"/>
          <c:showLegendKey val="0"/>
          <c:showVal val="0"/>
          <c:showCatName val="0"/>
          <c:showSerName val="0"/>
          <c:showPercent val="0"/>
          <c:showBubbleSize val="0"/>
          <c:extLst>
            <c:ext xmlns:c15="http://schemas.microsoft.com/office/drawing/2012/chart" uri="{CE6537A1-D6FC-4f65-9D91-7224C49458BB}"/>
          </c:extLst>
        </c:dLbl>
      </c:pivotFmt>
      <c:pivotFmt>
        <c:idx val="108"/>
        <c:dLbl>
          <c:idx val="0"/>
          <c:showLegendKey val="0"/>
          <c:showVal val="0"/>
          <c:showCatName val="0"/>
          <c:showSerName val="0"/>
          <c:showPercent val="0"/>
          <c:showBubbleSize val="0"/>
          <c:extLst>
            <c:ext xmlns:c15="http://schemas.microsoft.com/office/drawing/2012/chart" uri="{CE6537A1-D6FC-4f65-9D91-7224C49458BB}"/>
          </c:extLst>
        </c:dLbl>
      </c:pivotFmt>
      <c:pivotFmt>
        <c:idx val="109"/>
        <c:dLbl>
          <c:idx val="0"/>
          <c:showLegendKey val="0"/>
          <c:showVal val="0"/>
          <c:showCatName val="0"/>
          <c:showSerName val="0"/>
          <c:showPercent val="0"/>
          <c:showBubbleSize val="0"/>
          <c:extLst>
            <c:ext xmlns:c15="http://schemas.microsoft.com/office/drawing/2012/chart" uri="{CE6537A1-D6FC-4f65-9D91-7224C49458BB}"/>
          </c:extLst>
        </c:dLbl>
      </c:pivotFmt>
      <c:pivotFmt>
        <c:idx val="110"/>
        <c:dLbl>
          <c:idx val="0"/>
          <c:showLegendKey val="0"/>
          <c:showVal val="0"/>
          <c:showCatName val="0"/>
          <c:showSerName val="0"/>
          <c:showPercent val="0"/>
          <c:showBubbleSize val="0"/>
          <c:extLst>
            <c:ext xmlns:c15="http://schemas.microsoft.com/office/drawing/2012/chart" uri="{CE6537A1-D6FC-4f65-9D91-7224C49458BB}"/>
          </c:extLst>
        </c:dLbl>
      </c:pivotFmt>
      <c:pivotFmt>
        <c:idx val="111"/>
        <c:dLbl>
          <c:idx val="0"/>
          <c:showLegendKey val="0"/>
          <c:showVal val="0"/>
          <c:showCatName val="0"/>
          <c:showSerName val="0"/>
          <c:showPercent val="0"/>
          <c:showBubbleSize val="0"/>
          <c:extLst>
            <c:ext xmlns:c15="http://schemas.microsoft.com/office/drawing/2012/chart" uri="{CE6537A1-D6FC-4f65-9D91-7224C49458BB}"/>
          </c:extLst>
        </c:dLbl>
      </c:pivotFmt>
      <c:pivotFmt>
        <c:idx val="112"/>
        <c:dLbl>
          <c:idx val="0"/>
          <c:showLegendKey val="0"/>
          <c:showVal val="0"/>
          <c:showCatName val="0"/>
          <c:showSerName val="0"/>
          <c:showPercent val="0"/>
          <c:showBubbleSize val="0"/>
          <c:extLst>
            <c:ext xmlns:c15="http://schemas.microsoft.com/office/drawing/2012/chart" uri="{CE6537A1-D6FC-4f65-9D91-7224C49458BB}"/>
          </c:extLst>
        </c:dLbl>
      </c:pivotFmt>
      <c:pivotFmt>
        <c:idx val="113"/>
        <c:dLbl>
          <c:idx val="0"/>
          <c:showLegendKey val="0"/>
          <c:showVal val="0"/>
          <c:showCatName val="0"/>
          <c:showSerName val="0"/>
          <c:showPercent val="0"/>
          <c:showBubbleSize val="0"/>
          <c:extLst>
            <c:ext xmlns:c15="http://schemas.microsoft.com/office/drawing/2012/chart" uri="{CE6537A1-D6FC-4f65-9D91-7224C49458BB}"/>
          </c:extLst>
        </c:dLbl>
      </c:pivotFmt>
      <c:pivotFmt>
        <c:idx val="114"/>
        <c:dLbl>
          <c:idx val="0"/>
          <c:showLegendKey val="0"/>
          <c:showVal val="0"/>
          <c:showCatName val="0"/>
          <c:showSerName val="0"/>
          <c:showPercent val="0"/>
          <c:showBubbleSize val="0"/>
          <c:extLst>
            <c:ext xmlns:c15="http://schemas.microsoft.com/office/drawing/2012/chart" uri="{CE6537A1-D6FC-4f65-9D91-7224C49458BB}"/>
          </c:extLst>
        </c:dLbl>
      </c:pivotFmt>
      <c:pivotFmt>
        <c:idx val="115"/>
        <c:dLbl>
          <c:idx val="0"/>
          <c:showLegendKey val="0"/>
          <c:showVal val="0"/>
          <c:showCatName val="0"/>
          <c:showSerName val="0"/>
          <c:showPercent val="0"/>
          <c:showBubbleSize val="0"/>
          <c:extLst>
            <c:ext xmlns:c15="http://schemas.microsoft.com/office/drawing/2012/chart" uri="{CE6537A1-D6FC-4f65-9D91-7224C49458BB}"/>
          </c:extLst>
        </c:dLbl>
      </c:pivotFmt>
      <c:pivotFmt>
        <c:idx val="116"/>
        <c:dLbl>
          <c:idx val="0"/>
          <c:showLegendKey val="0"/>
          <c:showVal val="0"/>
          <c:showCatName val="0"/>
          <c:showSerName val="0"/>
          <c:showPercent val="0"/>
          <c:showBubbleSize val="0"/>
          <c:extLst>
            <c:ext xmlns:c15="http://schemas.microsoft.com/office/drawing/2012/chart" uri="{CE6537A1-D6FC-4f65-9D91-7224C49458BB}"/>
          </c:extLst>
        </c:dLbl>
      </c:pivotFmt>
      <c:pivotFmt>
        <c:idx val="117"/>
        <c:dLbl>
          <c:idx val="0"/>
          <c:showLegendKey val="0"/>
          <c:showVal val="0"/>
          <c:showCatName val="0"/>
          <c:showSerName val="0"/>
          <c:showPercent val="0"/>
          <c:showBubbleSize val="0"/>
          <c:extLst>
            <c:ext xmlns:c15="http://schemas.microsoft.com/office/drawing/2012/chart" uri="{CE6537A1-D6FC-4f65-9D91-7224C49458BB}"/>
          </c:extLst>
        </c:dLbl>
      </c:pivotFmt>
      <c:pivotFmt>
        <c:idx val="118"/>
        <c:dLbl>
          <c:idx val="0"/>
          <c:showLegendKey val="0"/>
          <c:showVal val="0"/>
          <c:showCatName val="0"/>
          <c:showSerName val="0"/>
          <c:showPercent val="0"/>
          <c:showBubbleSize val="0"/>
          <c:extLst>
            <c:ext xmlns:c15="http://schemas.microsoft.com/office/drawing/2012/chart" uri="{CE6537A1-D6FC-4f65-9D91-7224C49458BB}"/>
          </c:extLst>
        </c:dLbl>
      </c:pivotFmt>
      <c:pivotFmt>
        <c:idx val="119"/>
        <c:dLbl>
          <c:idx val="0"/>
          <c:showLegendKey val="0"/>
          <c:showVal val="0"/>
          <c:showCatName val="0"/>
          <c:showSerName val="0"/>
          <c:showPercent val="0"/>
          <c:showBubbleSize val="0"/>
          <c:extLst>
            <c:ext xmlns:c15="http://schemas.microsoft.com/office/drawing/2012/chart" uri="{CE6537A1-D6FC-4f65-9D91-7224C49458BB}"/>
          </c:extLst>
        </c:dLbl>
      </c:pivotFmt>
      <c:pivotFmt>
        <c:idx val="120"/>
        <c:dLbl>
          <c:idx val="0"/>
          <c:showLegendKey val="0"/>
          <c:showVal val="0"/>
          <c:showCatName val="0"/>
          <c:showSerName val="0"/>
          <c:showPercent val="0"/>
          <c:showBubbleSize val="0"/>
          <c:extLst>
            <c:ext xmlns:c15="http://schemas.microsoft.com/office/drawing/2012/chart" uri="{CE6537A1-D6FC-4f65-9D91-7224C49458BB}"/>
          </c:extLst>
        </c:dLbl>
      </c:pivotFmt>
      <c:pivotFmt>
        <c:idx val="121"/>
        <c:dLbl>
          <c:idx val="0"/>
          <c:showLegendKey val="0"/>
          <c:showVal val="0"/>
          <c:showCatName val="0"/>
          <c:showSerName val="0"/>
          <c:showPercent val="0"/>
          <c:showBubbleSize val="0"/>
          <c:extLst>
            <c:ext xmlns:c15="http://schemas.microsoft.com/office/drawing/2012/chart" uri="{CE6537A1-D6FC-4f65-9D91-7224C49458BB}"/>
          </c:extLst>
        </c:dLbl>
      </c:pivotFmt>
      <c:pivotFmt>
        <c:idx val="122"/>
        <c:dLbl>
          <c:idx val="0"/>
          <c:showLegendKey val="0"/>
          <c:showVal val="0"/>
          <c:showCatName val="0"/>
          <c:showSerName val="0"/>
          <c:showPercent val="0"/>
          <c:showBubbleSize val="0"/>
          <c:extLst>
            <c:ext xmlns:c15="http://schemas.microsoft.com/office/drawing/2012/chart" uri="{CE6537A1-D6FC-4f65-9D91-7224C49458BB}"/>
          </c:extLst>
        </c:dLbl>
      </c:pivotFmt>
      <c:pivotFmt>
        <c:idx val="123"/>
        <c:dLbl>
          <c:idx val="0"/>
          <c:showLegendKey val="0"/>
          <c:showVal val="0"/>
          <c:showCatName val="0"/>
          <c:showSerName val="0"/>
          <c:showPercent val="0"/>
          <c:showBubbleSize val="0"/>
          <c:extLst>
            <c:ext xmlns:c15="http://schemas.microsoft.com/office/drawing/2012/chart" uri="{CE6537A1-D6FC-4f65-9D91-7224C49458BB}"/>
          </c:extLst>
        </c:dLbl>
      </c:pivotFmt>
      <c:pivotFmt>
        <c:idx val="124"/>
        <c:dLbl>
          <c:idx val="0"/>
          <c:showLegendKey val="0"/>
          <c:showVal val="0"/>
          <c:showCatName val="0"/>
          <c:showSerName val="0"/>
          <c:showPercent val="0"/>
          <c:showBubbleSize val="0"/>
          <c:extLst>
            <c:ext xmlns:c15="http://schemas.microsoft.com/office/drawing/2012/chart" uri="{CE6537A1-D6FC-4f65-9D91-7224C49458BB}"/>
          </c:extLst>
        </c:dLbl>
      </c:pivotFmt>
      <c:pivotFmt>
        <c:idx val="125"/>
        <c:dLbl>
          <c:idx val="0"/>
          <c:showLegendKey val="0"/>
          <c:showVal val="0"/>
          <c:showCatName val="0"/>
          <c:showSerName val="0"/>
          <c:showPercent val="0"/>
          <c:showBubbleSize val="0"/>
          <c:extLst>
            <c:ext xmlns:c15="http://schemas.microsoft.com/office/drawing/2012/chart" uri="{CE6537A1-D6FC-4f65-9D91-7224C49458BB}"/>
          </c:extLst>
        </c:dLbl>
      </c:pivotFmt>
      <c:pivotFmt>
        <c:idx val="126"/>
        <c:dLbl>
          <c:idx val="0"/>
          <c:showLegendKey val="0"/>
          <c:showVal val="0"/>
          <c:showCatName val="0"/>
          <c:showSerName val="0"/>
          <c:showPercent val="0"/>
          <c:showBubbleSize val="0"/>
          <c:extLst>
            <c:ext xmlns:c15="http://schemas.microsoft.com/office/drawing/2012/chart" uri="{CE6537A1-D6FC-4f65-9D91-7224C49458BB}"/>
          </c:extLst>
        </c:dLbl>
      </c:pivotFmt>
      <c:pivotFmt>
        <c:idx val="127"/>
        <c:dLbl>
          <c:idx val="0"/>
          <c:showLegendKey val="0"/>
          <c:showVal val="0"/>
          <c:showCatName val="0"/>
          <c:showSerName val="0"/>
          <c:showPercent val="0"/>
          <c:showBubbleSize val="0"/>
          <c:extLst>
            <c:ext xmlns:c15="http://schemas.microsoft.com/office/drawing/2012/chart" uri="{CE6537A1-D6FC-4f65-9D91-7224C49458BB}"/>
          </c:extLst>
        </c:dLbl>
      </c:pivotFmt>
      <c:pivotFmt>
        <c:idx val="128"/>
        <c:dLbl>
          <c:idx val="0"/>
          <c:showLegendKey val="0"/>
          <c:showVal val="0"/>
          <c:showCatName val="0"/>
          <c:showSerName val="0"/>
          <c:showPercent val="0"/>
          <c:showBubbleSize val="0"/>
          <c:extLst>
            <c:ext xmlns:c15="http://schemas.microsoft.com/office/drawing/2012/chart" uri="{CE6537A1-D6FC-4f65-9D91-7224C49458BB}"/>
          </c:extLst>
        </c:dLbl>
      </c:pivotFmt>
      <c:pivotFmt>
        <c:idx val="129"/>
        <c:dLbl>
          <c:idx val="0"/>
          <c:showLegendKey val="0"/>
          <c:showVal val="0"/>
          <c:showCatName val="0"/>
          <c:showSerName val="0"/>
          <c:showPercent val="0"/>
          <c:showBubbleSize val="0"/>
          <c:extLst>
            <c:ext xmlns:c15="http://schemas.microsoft.com/office/drawing/2012/chart" uri="{CE6537A1-D6FC-4f65-9D91-7224C49458BB}"/>
          </c:extLst>
        </c:dLbl>
      </c:pivotFmt>
      <c:pivotFmt>
        <c:idx val="130"/>
        <c:dLbl>
          <c:idx val="0"/>
          <c:showLegendKey val="0"/>
          <c:showVal val="0"/>
          <c:showCatName val="0"/>
          <c:showSerName val="0"/>
          <c:showPercent val="0"/>
          <c:showBubbleSize val="0"/>
          <c:extLst>
            <c:ext xmlns:c15="http://schemas.microsoft.com/office/drawing/2012/chart" uri="{CE6537A1-D6FC-4f65-9D91-7224C49458BB}"/>
          </c:extLst>
        </c:dLbl>
      </c:pivotFmt>
      <c:pivotFmt>
        <c:idx val="131"/>
        <c:dLbl>
          <c:idx val="0"/>
          <c:showLegendKey val="0"/>
          <c:showVal val="0"/>
          <c:showCatName val="0"/>
          <c:showSerName val="0"/>
          <c:showPercent val="0"/>
          <c:showBubbleSize val="0"/>
          <c:extLst>
            <c:ext xmlns:c15="http://schemas.microsoft.com/office/drawing/2012/chart" uri="{CE6537A1-D6FC-4f65-9D91-7224C49458BB}"/>
          </c:extLst>
        </c:dLbl>
      </c:pivotFmt>
      <c:pivotFmt>
        <c:idx val="132"/>
        <c:dLbl>
          <c:idx val="0"/>
          <c:showLegendKey val="0"/>
          <c:showVal val="0"/>
          <c:showCatName val="0"/>
          <c:showSerName val="0"/>
          <c:showPercent val="0"/>
          <c:showBubbleSize val="0"/>
          <c:extLst>
            <c:ext xmlns:c15="http://schemas.microsoft.com/office/drawing/2012/chart" uri="{CE6537A1-D6FC-4f65-9D91-7224C49458BB}"/>
          </c:extLst>
        </c:dLbl>
      </c:pivotFmt>
      <c:pivotFmt>
        <c:idx val="133"/>
        <c:dLbl>
          <c:idx val="0"/>
          <c:showLegendKey val="0"/>
          <c:showVal val="0"/>
          <c:showCatName val="0"/>
          <c:showSerName val="0"/>
          <c:showPercent val="0"/>
          <c:showBubbleSize val="0"/>
          <c:extLst>
            <c:ext xmlns:c15="http://schemas.microsoft.com/office/drawing/2012/chart" uri="{CE6537A1-D6FC-4f65-9D91-7224C49458BB}"/>
          </c:extLst>
        </c:dLbl>
      </c:pivotFmt>
      <c:pivotFmt>
        <c:idx val="134"/>
        <c:dLbl>
          <c:idx val="0"/>
          <c:showLegendKey val="0"/>
          <c:showVal val="0"/>
          <c:showCatName val="0"/>
          <c:showSerName val="0"/>
          <c:showPercent val="0"/>
          <c:showBubbleSize val="0"/>
          <c:extLst>
            <c:ext xmlns:c15="http://schemas.microsoft.com/office/drawing/2012/chart" uri="{CE6537A1-D6FC-4f65-9D91-7224C49458BB}"/>
          </c:extLst>
        </c:dLbl>
      </c:pivotFmt>
      <c:pivotFmt>
        <c:idx val="135"/>
        <c:dLbl>
          <c:idx val="0"/>
          <c:showLegendKey val="0"/>
          <c:showVal val="0"/>
          <c:showCatName val="0"/>
          <c:showSerName val="0"/>
          <c:showPercent val="0"/>
          <c:showBubbleSize val="0"/>
          <c:extLst>
            <c:ext xmlns:c15="http://schemas.microsoft.com/office/drawing/2012/chart" uri="{CE6537A1-D6FC-4f65-9D91-7224C49458BB}"/>
          </c:extLst>
        </c:dLbl>
      </c:pivotFmt>
      <c:pivotFmt>
        <c:idx val="136"/>
        <c:dLbl>
          <c:idx val="0"/>
          <c:showLegendKey val="0"/>
          <c:showVal val="0"/>
          <c:showCatName val="0"/>
          <c:showSerName val="0"/>
          <c:showPercent val="0"/>
          <c:showBubbleSize val="0"/>
          <c:extLst>
            <c:ext xmlns:c15="http://schemas.microsoft.com/office/drawing/2012/chart" uri="{CE6537A1-D6FC-4f65-9D91-7224C49458BB}"/>
          </c:extLst>
        </c:dLbl>
      </c:pivotFmt>
      <c:pivotFmt>
        <c:idx val="137"/>
        <c:dLbl>
          <c:idx val="0"/>
          <c:showLegendKey val="0"/>
          <c:showVal val="0"/>
          <c:showCatName val="0"/>
          <c:showSerName val="0"/>
          <c:showPercent val="0"/>
          <c:showBubbleSize val="0"/>
          <c:extLst>
            <c:ext xmlns:c15="http://schemas.microsoft.com/office/drawing/2012/chart" uri="{CE6537A1-D6FC-4f65-9D91-7224C49458BB}"/>
          </c:extLst>
        </c:dLbl>
      </c:pivotFmt>
      <c:pivotFmt>
        <c:idx val="138"/>
        <c:dLbl>
          <c:idx val="0"/>
          <c:showLegendKey val="0"/>
          <c:showVal val="0"/>
          <c:showCatName val="0"/>
          <c:showSerName val="0"/>
          <c:showPercent val="0"/>
          <c:showBubbleSize val="0"/>
          <c:extLst>
            <c:ext xmlns:c15="http://schemas.microsoft.com/office/drawing/2012/chart" uri="{CE6537A1-D6FC-4f65-9D91-7224C49458BB}"/>
          </c:extLst>
        </c:dLbl>
      </c:pivotFmt>
      <c:pivotFmt>
        <c:idx val="139"/>
        <c:dLbl>
          <c:idx val="0"/>
          <c:showLegendKey val="0"/>
          <c:showVal val="0"/>
          <c:showCatName val="0"/>
          <c:showSerName val="0"/>
          <c:showPercent val="0"/>
          <c:showBubbleSize val="0"/>
          <c:extLst>
            <c:ext xmlns:c15="http://schemas.microsoft.com/office/drawing/2012/chart" uri="{CE6537A1-D6FC-4f65-9D91-7224C49458BB}"/>
          </c:extLst>
        </c:dLbl>
      </c:pivotFmt>
      <c:pivotFmt>
        <c:idx val="140"/>
        <c:dLbl>
          <c:idx val="0"/>
          <c:showLegendKey val="0"/>
          <c:showVal val="0"/>
          <c:showCatName val="0"/>
          <c:showSerName val="0"/>
          <c:showPercent val="0"/>
          <c:showBubbleSize val="0"/>
          <c:extLst>
            <c:ext xmlns:c15="http://schemas.microsoft.com/office/drawing/2012/chart" uri="{CE6537A1-D6FC-4f65-9D91-7224C49458BB}"/>
          </c:extLst>
        </c:dLbl>
      </c:pivotFmt>
      <c:pivotFmt>
        <c:idx val="141"/>
        <c:dLbl>
          <c:idx val="0"/>
          <c:showLegendKey val="0"/>
          <c:showVal val="0"/>
          <c:showCatName val="0"/>
          <c:showSerName val="0"/>
          <c:showPercent val="0"/>
          <c:showBubbleSize val="0"/>
          <c:extLst>
            <c:ext xmlns:c15="http://schemas.microsoft.com/office/drawing/2012/chart" uri="{CE6537A1-D6FC-4f65-9D91-7224C49458BB}"/>
          </c:extLst>
        </c:dLbl>
      </c:pivotFmt>
      <c:pivotFmt>
        <c:idx val="142"/>
        <c:dLbl>
          <c:idx val="0"/>
          <c:showLegendKey val="0"/>
          <c:showVal val="0"/>
          <c:showCatName val="0"/>
          <c:showSerName val="0"/>
          <c:showPercent val="0"/>
          <c:showBubbleSize val="0"/>
          <c:extLst>
            <c:ext xmlns:c15="http://schemas.microsoft.com/office/drawing/2012/chart" uri="{CE6537A1-D6FC-4f65-9D91-7224C49458BB}"/>
          </c:extLst>
        </c:dLbl>
      </c:pivotFmt>
      <c:pivotFmt>
        <c:idx val="143"/>
        <c:dLbl>
          <c:idx val="0"/>
          <c:showLegendKey val="0"/>
          <c:showVal val="0"/>
          <c:showCatName val="0"/>
          <c:showSerName val="0"/>
          <c:showPercent val="0"/>
          <c:showBubbleSize val="0"/>
          <c:extLst>
            <c:ext xmlns:c15="http://schemas.microsoft.com/office/drawing/2012/chart" uri="{CE6537A1-D6FC-4f65-9D91-7224C49458BB}"/>
          </c:extLst>
        </c:dLbl>
      </c:pivotFmt>
      <c:pivotFmt>
        <c:idx val="144"/>
        <c:dLbl>
          <c:idx val="0"/>
          <c:showLegendKey val="0"/>
          <c:showVal val="0"/>
          <c:showCatName val="0"/>
          <c:showSerName val="0"/>
          <c:showPercent val="0"/>
          <c:showBubbleSize val="0"/>
          <c:extLst>
            <c:ext xmlns:c15="http://schemas.microsoft.com/office/drawing/2012/chart" uri="{CE6537A1-D6FC-4f65-9D91-7224C49458BB}"/>
          </c:extLst>
        </c:dLbl>
      </c:pivotFmt>
      <c:pivotFmt>
        <c:idx val="145"/>
        <c:dLbl>
          <c:idx val="0"/>
          <c:showLegendKey val="0"/>
          <c:showVal val="0"/>
          <c:showCatName val="0"/>
          <c:showSerName val="0"/>
          <c:showPercent val="0"/>
          <c:showBubbleSize val="0"/>
          <c:extLst>
            <c:ext xmlns:c15="http://schemas.microsoft.com/office/drawing/2012/chart" uri="{CE6537A1-D6FC-4f65-9D91-7224C49458BB}"/>
          </c:extLst>
        </c:dLbl>
      </c:pivotFmt>
      <c:pivotFmt>
        <c:idx val="146"/>
        <c:dLbl>
          <c:idx val="0"/>
          <c:showLegendKey val="0"/>
          <c:showVal val="0"/>
          <c:showCatName val="0"/>
          <c:showSerName val="0"/>
          <c:showPercent val="0"/>
          <c:showBubbleSize val="0"/>
          <c:extLst>
            <c:ext xmlns:c15="http://schemas.microsoft.com/office/drawing/2012/chart" uri="{CE6537A1-D6FC-4f65-9D91-7224C49458BB}"/>
          </c:extLst>
        </c:dLbl>
      </c:pivotFmt>
      <c:pivotFmt>
        <c:idx val="147"/>
        <c:dLbl>
          <c:idx val="0"/>
          <c:showLegendKey val="0"/>
          <c:showVal val="0"/>
          <c:showCatName val="0"/>
          <c:showSerName val="0"/>
          <c:showPercent val="0"/>
          <c:showBubbleSize val="0"/>
          <c:extLst>
            <c:ext xmlns:c15="http://schemas.microsoft.com/office/drawing/2012/chart" uri="{CE6537A1-D6FC-4f65-9D91-7224C49458BB}"/>
          </c:extLst>
        </c:dLbl>
      </c:pivotFmt>
      <c:pivotFmt>
        <c:idx val="148"/>
        <c:dLbl>
          <c:idx val="0"/>
          <c:showLegendKey val="0"/>
          <c:showVal val="0"/>
          <c:showCatName val="0"/>
          <c:showSerName val="0"/>
          <c:showPercent val="0"/>
          <c:showBubbleSize val="0"/>
          <c:extLst>
            <c:ext xmlns:c15="http://schemas.microsoft.com/office/drawing/2012/chart" uri="{CE6537A1-D6FC-4f65-9D91-7224C49458BB}"/>
          </c:extLst>
        </c:dLbl>
      </c:pivotFmt>
      <c:pivotFmt>
        <c:idx val="149"/>
        <c:dLbl>
          <c:idx val="0"/>
          <c:showLegendKey val="0"/>
          <c:showVal val="0"/>
          <c:showCatName val="0"/>
          <c:showSerName val="0"/>
          <c:showPercent val="0"/>
          <c:showBubbleSize val="0"/>
          <c:extLst>
            <c:ext xmlns:c15="http://schemas.microsoft.com/office/drawing/2012/chart" uri="{CE6537A1-D6FC-4f65-9D91-7224C49458BB}"/>
          </c:extLst>
        </c:dLbl>
      </c:pivotFmt>
      <c:pivotFmt>
        <c:idx val="150"/>
        <c:dLbl>
          <c:idx val="0"/>
          <c:showLegendKey val="0"/>
          <c:showVal val="0"/>
          <c:showCatName val="0"/>
          <c:showSerName val="0"/>
          <c:showPercent val="0"/>
          <c:showBubbleSize val="0"/>
          <c:extLst>
            <c:ext xmlns:c15="http://schemas.microsoft.com/office/drawing/2012/chart" uri="{CE6537A1-D6FC-4f65-9D91-7224C49458BB}"/>
          </c:extLst>
        </c:dLbl>
      </c:pivotFmt>
      <c:pivotFmt>
        <c:idx val="151"/>
        <c:dLbl>
          <c:idx val="0"/>
          <c:showLegendKey val="0"/>
          <c:showVal val="0"/>
          <c:showCatName val="0"/>
          <c:showSerName val="0"/>
          <c:showPercent val="0"/>
          <c:showBubbleSize val="0"/>
          <c:extLst>
            <c:ext xmlns:c15="http://schemas.microsoft.com/office/drawing/2012/chart" uri="{CE6537A1-D6FC-4f65-9D91-7224C49458BB}"/>
          </c:extLst>
        </c:dLbl>
      </c:pivotFmt>
      <c:pivotFmt>
        <c:idx val="152"/>
        <c:dLbl>
          <c:idx val="0"/>
          <c:showLegendKey val="0"/>
          <c:showVal val="0"/>
          <c:showCatName val="0"/>
          <c:showSerName val="0"/>
          <c:showPercent val="0"/>
          <c:showBubbleSize val="0"/>
          <c:extLst>
            <c:ext xmlns:c15="http://schemas.microsoft.com/office/drawing/2012/chart" uri="{CE6537A1-D6FC-4f65-9D91-7224C49458BB}"/>
          </c:extLst>
        </c:dLbl>
      </c:pivotFmt>
      <c:pivotFmt>
        <c:idx val="153"/>
        <c:dLbl>
          <c:idx val="0"/>
          <c:showLegendKey val="0"/>
          <c:showVal val="0"/>
          <c:showCatName val="0"/>
          <c:showSerName val="0"/>
          <c:showPercent val="0"/>
          <c:showBubbleSize val="0"/>
          <c:extLst>
            <c:ext xmlns:c15="http://schemas.microsoft.com/office/drawing/2012/chart" uri="{CE6537A1-D6FC-4f65-9D91-7224C49458BB}"/>
          </c:extLst>
        </c:dLbl>
      </c:pivotFmt>
      <c:pivotFmt>
        <c:idx val="154"/>
        <c:dLbl>
          <c:idx val="0"/>
          <c:showLegendKey val="0"/>
          <c:showVal val="0"/>
          <c:showCatName val="0"/>
          <c:showSerName val="0"/>
          <c:showPercent val="0"/>
          <c:showBubbleSize val="0"/>
          <c:extLst>
            <c:ext xmlns:c15="http://schemas.microsoft.com/office/drawing/2012/chart" uri="{CE6537A1-D6FC-4f65-9D91-7224C49458BB}"/>
          </c:extLst>
        </c:dLbl>
      </c:pivotFmt>
      <c:pivotFmt>
        <c:idx val="155"/>
        <c:dLbl>
          <c:idx val="0"/>
          <c:showLegendKey val="0"/>
          <c:showVal val="0"/>
          <c:showCatName val="0"/>
          <c:showSerName val="0"/>
          <c:showPercent val="0"/>
          <c:showBubbleSize val="0"/>
          <c:extLst>
            <c:ext xmlns:c15="http://schemas.microsoft.com/office/drawing/2012/chart" uri="{CE6537A1-D6FC-4f65-9D91-7224C49458BB}"/>
          </c:extLst>
        </c:dLbl>
      </c:pivotFmt>
      <c:pivotFmt>
        <c:idx val="156"/>
        <c:dLbl>
          <c:idx val="0"/>
          <c:showLegendKey val="0"/>
          <c:showVal val="0"/>
          <c:showCatName val="0"/>
          <c:showSerName val="0"/>
          <c:showPercent val="0"/>
          <c:showBubbleSize val="0"/>
          <c:extLst>
            <c:ext xmlns:c15="http://schemas.microsoft.com/office/drawing/2012/chart" uri="{CE6537A1-D6FC-4f65-9D91-7224C49458BB}"/>
          </c:extLst>
        </c:dLbl>
      </c:pivotFmt>
      <c:pivotFmt>
        <c:idx val="157"/>
        <c:dLbl>
          <c:idx val="0"/>
          <c:showLegendKey val="0"/>
          <c:showVal val="0"/>
          <c:showCatName val="0"/>
          <c:showSerName val="0"/>
          <c:showPercent val="0"/>
          <c:showBubbleSize val="0"/>
          <c:extLst>
            <c:ext xmlns:c15="http://schemas.microsoft.com/office/drawing/2012/chart" uri="{CE6537A1-D6FC-4f65-9D91-7224C49458BB}"/>
          </c:extLst>
        </c:dLbl>
      </c:pivotFmt>
      <c:pivotFmt>
        <c:idx val="158"/>
        <c:dLbl>
          <c:idx val="0"/>
          <c:showLegendKey val="0"/>
          <c:showVal val="0"/>
          <c:showCatName val="0"/>
          <c:showSerName val="0"/>
          <c:showPercent val="0"/>
          <c:showBubbleSize val="0"/>
          <c:extLst>
            <c:ext xmlns:c15="http://schemas.microsoft.com/office/drawing/2012/chart" uri="{CE6537A1-D6FC-4f65-9D91-7224C49458BB}"/>
          </c:extLst>
        </c:dLbl>
      </c:pivotFmt>
      <c:pivotFmt>
        <c:idx val="159"/>
        <c:dLbl>
          <c:idx val="0"/>
          <c:showLegendKey val="0"/>
          <c:showVal val="0"/>
          <c:showCatName val="0"/>
          <c:showSerName val="0"/>
          <c:showPercent val="0"/>
          <c:showBubbleSize val="0"/>
          <c:extLst>
            <c:ext xmlns:c15="http://schemas.microsoft.com/office/drawing/2012/chart" uri="{CE6537A1-D6FC-4f65-9D91-7224C49458BB}"/>
          </c:extLst>
        </c:dLbl>
      </c:pivotFmt>
      <c:pivotFmt>
        <c:idx val="160"/>
        <c:dLbl>
          <c:idx val="0"/>
          <c:showLegendKey val="0"/>
          <c:showVal val="0"/>
          <c:showCatName val="0"/>
          <c:showSerName val="0"/>
          <c:showPercent val="0"/>
          <c:showBubbleSize val="0"/>
          <c:extLst>
            <c:ext xmlns:c15="http://schemas.microsoft.com/office/drawing/2012/chart" uri="{CE6537A1-D6FC-4f65-9D91-7224C49458BB}"/>
          </c:extLst>
        </c:dLbl>
      </c:pivotFmt>
      <c:pivotFmt>
        <c:idx val="161"/>
        <c:dLbl>
          <c:idx val="0"/>
          <c:showLegendKey val="0"/>
          <c:showVal val="0"/>
          <c:showCatName val="0"/>
          <c:showSerName val="0"/>
          <c:showPercent val="0"/>
          <c:showBubbleSize val="0"/>
          <c:extLst>
            <c:ext xmlns:c15="http://schemas.microsoft.com/office/drawing/2012/chart" uri="{CE6537A1-D6FC-4f65-9D91-7224C49458BB}"/>
          </c:extLst>
        </c:dLbl>
      </c:pivotFmt>
      <c:pivotFmt>
        <c:idx val="162"/>
        <c:dLbl>
          <c:idx val="0"/>
          <c:showLegendKey val="0"/>
          <c:showVal val="0"/>
          <c:showCatName val="0"/>
          <c:showSerName val="0"/>
          <c:showPercent val="0"/>
          <c:showBubbleSize val="0"/>
          <c:extLst>
            <c:ext xmlns:c15="http://schemas.microsoft.com/office/drawing/2012/chart" uri="{CE6537A1-D6FC-4f65-9D91-7224C49458BB}"/>
          </c:extLst>
        </c:dLbl>
      </c:pivotFmt>
      <c:pivotFmt>
        <c:idx val="163"/>
        <c:dLbl>
          <c:idx val="0"/>
          <c:showLegendKey val="0"/>
          <c:showVal val="0"/>
          <c:showCatName val="0"/>
          <c:showSerName val="0"/>
          <c:showPercent val="0"/>
          <c:showBubbleSize val="0"/>
          <c:extLst>
            <c:ext xmlns:c15="http://schemas.microsoft.com/office/drawing/2012/chart" uri="{CE6537A1-D6FC-4f65-9D91-7224C49458BB}"/>
          </c:extLst>
        </c:dLbl>
      </c:pivotFmt>
      <c:pivotFmt>
        <c:idx val="164"/>
        <c:dLbl>
          <c:idx val="0"/>
          <c:showLegendKey val="0"/>
          <c:showVal val="0"/>
          <c:showCatName val="0"/>
          <c:showSerName val="0"/>
          <c:showPercent val="0"/>
          <c:showBubbleSize val="0"/>
          <c:extLst>
            <c:ext xmlns:c15="http://schemas.microsoft.com/office/drawing/2012/chart" uri="{CE6537A1-D6FC-4f65-9D91-7224C49458BB}"/>
          </c:extLst>
        </c:dLbl>
      </c:pivotFmt>
      <c:pivotFmt>
        <c:idx val="165"/>
        <c:dLbl>
          <c:idx val="0"/>
          <c:showLegendKey val="0"/>
          <c:showVal val="0"/>
          <c:showCatName val="0"/>
          <c:showSerName val="0"/>
          <c:showPercent val="0"/>
          <c:showBubbleSize val="0"/>
          <c:extLst>
            <c:ext xmlns:c15="http://schemas.microsoft.com/office/drawing/2012/chart" uri="{CE6537A1-D6FC-4f65-9D91-7224C49458BB}"/>
          </c:extLst>
        </c:dLbl>
      </c:pivotFmt>
      <c:pivotFmt>
        <c:idx val="166"/>
        <c:dLbl>
          <c:idx val="0"/>
          <c:showLegendKey val="0"/>
          <c:showVal val="0"/>
          <c:showCatName val="0"/>
          <c:showSerName val="0"/>
          <c:showPercent val="0"/>
          <c:showBubbleSize val="0"/>
          <c:extLst>
            <c:ext xmlns:c15="http://schemas.microsoft.com/office/drawing/2012/chart" uri="{CE6537A1-D6FC-4f65-9D91-7224C49458BB}"/>
          </c:extLst>
        </c:dLbl>
      </c:pivotFmt>
      <c:pivotFmt>
        <c:idx val="167"/>
        <c:dLbl>
          <c:idx val="0"/>
          <c:showLegendKey val="0"/>
          <c:showVal val="0"/>
          <c:showCatName val="0"/>
          <c:showSerName val="0"/>
          <c:showPercent val="0"/>
          <c:showBubbleSize val="0"/>
          <c:extLst>
            <c:ext xmlns:c15="http://schemas.microsoft.com/office/drawing/2012/chart" uri="{CE6537A1-D6FC-4f65-9D91-7224C49458BB}"/>
          </c:extLst>
        </c:dLbl>
      </c:pivotFmt>
      <c:pivotFmt>
        <c:idx val="168"/>
        <c:dLbl>
          <c:idx val="0"/>
          <c:showLegendKey val="0"/>
          <c:showVal val="0"/>
          <c:showCatName val="0"/>
          <c:showSerName val="0"/>
          <c:showPercent val="0"/>
          <c:showBubbleSize val="0"/>
          <c:extLst>
            <c:ext xmlns:c15="http://schemas.microsoft.com/office/drawing/2012/chart" uri="{CE6537A1-D6FC-4f65-9D91-7224C49458BB}"/>
          </c:extLst>
        </c:dLbl>
      </c:pivotFmt>
      <c:pivotFmt>
        <c:idx val="169"/>
        <c:dLbl>
          <c:idx val="0"/>
          <c:showLegendKey val="0"/>
          <c:showVal val="0"/>
          <c:showCatName val="0"/>
          <c:showSerName val="0"/>
          <c:showPercent val="0"/>
          <c:showBubbleSize val="0"/>
          <c:extLst>
            <c:ext xmlns:c15="http://schemas.microsoft.com/office/drawing/2012/chart" uri="{CE6537A1-D6FC-4f65-9D91-7224C49458BB}"/>
          </c:extLst>
        </c:dLbl>
      </c:pivotFmt>
      <c:pivotFmt>
        <c:idx val="170"/>
        <c:dLbl>
          <c:idx val="0"/>
          <c:showLegendKey val="0"/>
          <c:showVal val="0"/>
          <c:showCatName val="0"/>
          <c:showSerName val="0"/>
          <c:showPercent val="0"/>
          <c:showBubbleSize val="0"/>
          <c:extLst>
            <c:ext xmlns:c15="http://schemas.microsoft.com/office/drawing/2012/chart" uri="{CE6537A1-D6FC-4f65-9D91-7224C49458BB}"/>
          </c:extLst>
        </c:dLbl>
      </c:pivotFmt>
      <c:pivotFmt>
        <c:idx val="171"/>
        <c:dLbl>
          <c:idx val="0"/>
          <c:showLegendKey val="0"/>
          <c:showVal val="0"/>
          <c:showCatName val="0"/>
          <c:showSerName val="0"/>
          <c:showPercent val="0"/>
          <c:showBubbleSize val="0"/>
          <c:extLst>
            <c:ext xmlns:c15="http://schemas.microsoft.com/office/drawing/2012/chart" uri="{CE6537A1-D6FC-4f65-9D91-7224C49458BB}"/>
          </c:extLst>
        </c:dLbl>
      </c:pivotFmt>
      <c:pivotFmt>
        <c:idx val="172"/>
        <c:dLbl>
          <c:idx val="0"/>
          <c:showLegendKey val="0"/>
          <c:showVal val="0"/>
          <c:showCatName val="0"/>
          <c:showSerName val="0"/>
          <c:showPercent val="0"/>
          <c:showBubbleSize val="0"/>
          <c:extLst>
            <c:ext xmlns:c15="http://schemas.microsoft.com/office/drawing/2012/chart" uri="{CE6537A1-D6FC-4f65-9D91-7224C49458BB}"/>
          </c:extLst>
        </c:dLbl>
      </c:pivotFmt>
      <c:pivotFmt>
        <c:idx val="173"/>
        <c:dLbl>
          <c:idx val="0"/>
          <c:showLegendKey val="0"/>
          <c:showVal val="0"/>
          <c:showCatName val="0"/>
          <c:showSerName val="0"/>
          <c:showPercent val="0"/>
          <c:showBubbleSize val="0"/>
          <c:extLst>
            <c:ext xmlns:c15="http://schemas.microsoft.com/office/drawing/2012/chart" uri="{CE6537A1-D6FC-4f65-9D91-7224C49458BB}"/>
          </c:extLst>
        </c:dLbl>
      </c:pivotFmt>
      <c:pivotFmt>
        <c:idx val="174"/>
        <c:dLbl>
          <c:idx val="0"/>
          <c:showLegendKey val="0"/>
          <c:showVal val="0"/>
          <c:showCatName val="0"/>
          <c:showSerName val="0"/>
          <c:showPercent val="0"/>
          <c:showBubbleSize val="0"/>
          <c:extLst>
            <c:ext xmlns:c15="http://schemas.microsoft.com/office/drawing/2012/chart" uri="{CE6537A1-D6FC-4f65-9D91-7224C49458BB}"/>
          </c:extLst>
        </c:dLbl>
      </c:pivotFmt>
      <c:pivotFmt>
        <c:idx val="175"/>
        <c:dLbl>
          <c:idx val="0"/>
          <c:showLegendKey val="0"/>
          <c:showVal val="0"/>
          <c:showCatName val="0"/>
          <c:showSerName val="0"/>
          <c:showPercent val="0"/>
          <c:showBubbleSize val="0"/>
          <c:extLst>
            <c:ext xmlns:c15="http://schemas.microsoft.com/office/drawing/2012/chart" uri="{CE6537A1-D6FC-4f65-9D91-7224C49458BB}"/>
          </c:extLst>
        </c:dLbl>
      </c:pivotFmt>
      <c:pivotFmt>
        <c:idx val="176"/>
        <c:dLbl>
          <c:idx val="0"/>
          <c:showLegendKey val="0"/>
          <c:showVal val="0"/>
          <c:showCatName val="0"/>
          <c:showSerName val="0"/>
          <c:showPercent val="0"/>
          <c:showBubbleSize val="0"/>
          <c:extLst>
            <c:ext xmlns:c15="http://schemas.microsoft.com/office/drawing/2012/chart" uri="{CE6537A1-D6FC-4f65-9D91-7224C49458BB}"/>
          </c:extLst>
        </c:dLbl>
      </c:pivotFmt>
      <c:pivotFmt>
        <c:idx val="177"/>
        <c:dLbl>
          <c:idx val="0"/>
          <c:showLegendKey val="0"/>
          <c:showVal val="0"/>
          <c:showCatName val="0"/>
          <c:showSerName val="0"/>
          <c:showPercent val="0"/>
          <c:showBubbleSize val="0"/>
          <c:extLst>
            <c:ext xmlns:c15="http://schemas.microsoft.com/office/drawing/2012/chart" uri="{CE6537A1-D6FC-4f65-9D91-7224C49458BB}"/>
          </c:extLst>
        </c:dLbl>
      </c:pivotFmt>
      <c:pivotFmt>
        <c:idx val="178"/>
        <c:dLbl>
          <c:idx val="0"/>
          <c:showLegendKey val="0"/>
          <c:showVal val="0"/>
          <c:showCatName val="0"/>
          <c:showSerName val="0"/>
          <c:showPercent val="0"/>
          <c:showBubbleSize val="0"/>
          <c:extLst>
            <c:ext xmlns:c15="http://schemas.microsoft.com/office/drawing/2012/chart" uri="{CE6537A1-D6FC-4f65-9D91-7224C49458BB}"/>
          </c:extLst>
        </c:dLbl>
      </c:pivotFmt>
      <c:pivotFmt>
        <c:idx val="179"/>
        <c:dLbl>
          <c:idx val="0"/>
          <c:showLegendKey val="0"/>
          <c:showVal val="0"/>
          <c:showCatName val="0"/>
          <c:showSerName val="0"/>
          <c:showPercent val="0"/>
          <c:showBubbleSize val="0"/>
          <c:extLst>
            <c:ext xmlns:c15="http://schemas.microsoft.com/office/drawing/2012/chart" uri="{CE6537A1-D6FC-4f65-9D91-7224C49458BB}"/>
          </c:extLst>
        </c:dLbl>
      </c:pivotFmt>
      <c:pivotFmt>
        <c:idx val="180"/>
        <c:dLbl>
          <c:idx val="0"/>
          <c:showLegendKey val="0"/>
          <c:showVal val="0"/>
          <c:showCatName val="0"/>
          <c:showSerName val="0"/>
          <c:showPercent val="0"/>
          <c:showBubbleSize val="0"/>
          <c:extLst>
            <c:ext xmlns:c15="http://schemas.microsoft.com/office/drawing/2012/chart" uri="{CE6537A1-D6FC-4f65-9D91-7224C49458BB}"/>
          </c:extLst>
        </c:dLbl>
      </c:pivotFmt>
      <c:pivotFmt>
        <c:idx val="181"/>
        <c:dLbl>
          <c:idx val="0"/>
          <c:showLegendKey val="0"/>
          <c:showVal val="0"/>
          <c:showCatName val="0"/>
          <c:showSerName val="0"/>
          <c:showPercent val="0"/>
          <c:showBubbleSize val="0"/>
          <c:extLst>
            <c:ext xmlns:c15="http://schemas.microsoft.com/office/drawing/2012/chart" uri="{CE6537A1-D6FC-4f65-9D91-7224C49458BB}"/>
          </c:extLst>
        </c:dLbl>
      </c:pivotFmt>
      <c:pivotFmt>
        <c:idx val="182"/>
        <c:dLbl>
          <c:idx val="0"/>
          <c:showLegendKey val="0"/>
          <c:showVal val="0"/>
          <c:showCatName val="0"/>
          <c:showSerName val="0"/>
          <c:showPercent val="0"/>
          <c:showBubbleSize val="0"/>
          <c:extLst>
            <c:ext xmlns:c15="http://schemas.microsoft.com/office/drawing/2012/chart" uri="{CE6537A1-D6FC-4f65-9D91-7224C49458BB}"/>
          </c:extLst>
        </c:dLbl>
      </c:pivotFmt>
      <c:pivotFmt>
        <c:idx val="183"/>
        <c:dLbl>
          <c:idx val="0"/>
          <c:showLegendKey val="0"/>
          <c:showVal val="0"/>
          <c:showCatName val="0"/>
          <c:showSerName val="0"/>
          <c:showPercent val="0"/>
          <c:showBubbleSize val="0"/>
          <c:extLst>
            <c:ext xmlns:c15="http://schemas.microsoft.com/office/drawing/2012/chart" uri="{CE6537A1-D6FC-4f65-9D91-7224C49458BB}"/>
          </c:extLst>
        </c:dLbl>
      </c:pivotFmt>
      <c:pivotFmt>
        <c:idx val="184"/>
        <c:dLbl>
          <c:idx val="0"/>
          <c:showLegendKey val="0"/>
          <c:showVal val="0"/>
          <c:showCatName val="0"/>
          <c:showSerName val="0"/>
          <c:showPercent val="0"/>
          <c:showBubbleSize val="0"/>
          <c:extLst>
            <c:ext xmlns:c15="http://schemas.microsoft.com/office/drawing/2012/chart" uri="{CE6537A1-D6FC-4f65-9D91-7224C49458BB}"/>
          </c:extLst>
        </c:dLbl>
      </c:pivotFmt>
      <c:pivotFmt>
        <c:idx val="185"/>
        <c:dLbl>
          <c:idx val="0"/>
          <c:showLegendKey val="0"/>
          <c:showVal val="0"/>
          <c:showCatName val="0"/>
          <c:showSerName val="0"/>
          <c:showPercent val="0"/>
          <c:showBubbleSize val="0"/>
          <c:extLst>
            <c:ext xmlns:c15="http://schemas.microsoft.com/office/drawing/2012/chart" uri="{CE6537A1-D6FC-4f65-9D91-7224C49458BB}"/>
          </c:extLst>
        </c:dLbl>
      </c:pivotFmt>
      <c:pivotFmt>
        <c:idx val="186"/>
        <c:dLbl>
          <c:idx val="0"/>
          <c:showLegendKey val="0"/>
          <c:showVal val="0"/>
          <c:showCatName val="0"/>
          <c:showSerName val="0"/>
          <c:showPercent val="0"/>
          <c:showBubbleSize val="0"/>
          <c:extLst>
            <c:ext xmlns:c15="http://schemas.microsoft.com/office/drawing/2012/chart" uri="{CE6537A1-D6FC-4f65-9D91-7224C49458BB}"/>
          </c:extLst>
        </c:dLbl>
      </c:pivotFmt>
      <c:pivotFmt>
        <c:idx val="187"/>
        <c:dLbl>
          <c:idx val="0"/>
          <c:showLegendKey val="0"/>
          <c:showVal val="0"/>
          <c:showCatName val="0"/>
          <c:showSerName val="0"/>
          <c:showPercent val="0"/>
          <c:showBubbleSize val="0"/>
          <c:extLst>
            <c:ext xmlns:c15="http://schemas.microsoft.com/office/drawing/2012/chart" uri="{CE6537A1-D6FC-4f65-9D91-7224C49458BB}"/>
          </c:extLst>
        </c:dLbl>
      </c:pivotFmt>
      <c:pivotFmt>
        <c:idx val="188"/>
        <c:dLbl>
          <c:idx val="0"/>
          <c:showLegendKey val="0"/>
          <c:showVal val="0"/>
          <c:showCatName val="0"/>
          <c:showSerName val="0"/>
          <c:showPercent val="0"/>
          <c:showBubbleSize val="0"/>
          <c:extLst>
            <c:ext xmlns:c15="http://schemas.microsoft.com/office/drawing/2012/chart" uri="{CE6537A1-D6FC-4f65-9D91-7224C49458BB}"/>
          </c:extLst>
        </c:dLbl>
      </c:pivotFmt>
      <c:pivotFmt>
        <c:idx val="189"/>
        <c:dLbl>
          <c:idx val="0"/>
          <c:showLegendKey val="0"/>
          <c:showVal val="0"/>
          <c:showCatName val="0"/>
          <c:showSerName val="0"/>
          <c:showPercent val="0"/>
          <c:showBubbleSize val="0"/>
          <c:extLst>
            <c:ext xmlns:c15="http://schemas.microsoft.com/office/drawing/2012/chart" uri="{CE6537A1-D6FC-4f65-9D91-7224C49458BB}"/>
          </c:extLst>
        </c:dLbl>
      </c:pivotFmt>
      <c:pivotFmt>
        <c:idx val="190"/>
        <c:dLbl>
          <c:idx val="0"/>
          <c:showLegendKey val="0"/>
          <c:showVal val="0"/>
          <c:showCatName val="0"/>
          <c:showSerName val="0"/>
          <c:showPercent val="0"/>
          <c:showBubbleSize val="0"/>
          <c:extLst>
            <c:ext xmlns:c15="http://schemas.microsoft.com/office/drawing/2012/chart" uri="{CE6537A1-D6FC-4f65-9D91-7224C49458BB}"/>
          </c:extLst>
        </c:dLbl>
      </c:pivotFmt>
      <c:pivotFmt>
        <c:idx val="191"/>
        <c:dLbl>
          <c:idx val="0"/>
          <c:showLegendKey val="0"/>
          <c:showVal val="0"/>
          <c:showCatName val="0"/>
          <c:showSerName val="0"/>
          <c:showPercent val="0"/>
          <c:showBubbleSize val="0"/>
          <c:extLst>
            <c:ext xmlns:c15="http://schemas.microsoft.com/office/drawing/2012/chart" uri="{CE6537A1-D6FC-4f65-9D91-7224C49458BB}"/>
          </c:extLst>
        </c:dLbl>
      </c:pivotFmt>
      <c:pivotFmt>
        <c:idx val="192"/>
        <c:dLbl>
          <c:idx val="0"/>
          <c:showLegendKey val="0"/>
          <c:showVal val="0"/>
          <c:showCatName val="0"/>
          <c:showSerName val="0"/>
          <c:showPercent val="0"/>
          <c:showBubbleSize val="0"/>
          <c:extLst>
            <c:ext xmlns:c15="http://schemas.microsoft.com/office/drawing/2012/chart" uri="{CE6537A1-D6FC-4f65-9D91-7224C49458BB}"/>
          </c:extLst>
        </c:dLbl>
      </c:pivotFmt>
      <c:pivotFmt>
        <c:idx val="193"/>
        <c:dLbl>
          <c:idx val="0"/>
          <c:showLegendKey val="0"/>
          <c:showVal val="0"/>
          <c:showCatName val="0"/>
          <c:showSerName val="0"/>
          <c:showPercent val="0"/>
          <c:showBubbleSize val="0"/>
          <c:extLst>
            <c:ext xmlns:c15="http://schemas.microsoft.com/office/drawing/2012/chart" uri="{CE6537A1-D6FC-4f65-9D91-7224C49458BB}"/>
          </c:extLst>
        </c:dLbl>
      </c:pivotFmt>
      <c:pivotFmt>
        <c:idx val="194"/>
        <c:dLbl>
          <c:idx val="0"/>
          <c:showLegendKey val="0"/>
          <c:showVal val="0"/>
          <c:showCatName val="0"/>
          <c:showSerName val="0"/>
          <c:showPercent val="0"/>
          <c:showBubbleSize val="0"/>
          <c:extLst>
            <c:ext xmlns:c15="http://schemas.microsoft.com/office/drawing/2012/chart" uri="{CE6537A1-D6FC-4f65-9D91-7224C49458BB}"/>
          </c:extLst>
        </c:dLbl>
      </c:pivotFmt>
      <c:pivotFmt>
        <c:idx val="195"/>
        <c:dLbl>
          <c:idx val="0"/>
          <c:showLegendKey val="0"/>
          <c:showVal val="0"/>
          <c:showCatName val="0"/>
          <c:showSerName val="0"/>
          <c:showPercent val="0"/>
          <c:showBubbleSize val="0"/>
          <c:extLst>
            <c:ext xmlns:c15="http://schemas.microsoft.com/office/drawing/2012/chart" uri="{CE6537A1-D6FC-4f65-9D91-7224C49458BB}"/>
          </c:extLst>
        </c:dLbl>
      </c:pivotFmt>
      <c:pivotFmt>
        <c:idx val="196"/>
        <c:dLbl>
          <c:idx val="0"/>
          <c:showLegendKey val="0"/>
          <c:showVal val="0"/>
          <c:showCatName val="0"/>
          <c:showSerName val="0"/>
          <c:showPercent val="0"/>
          <c:showBubbleSize val="0"/>
          <c:extLst>
            <c:ext xmlns:c15="http://schemas.microsoft.com/office/drawing/2012/chart" uri="{CE6537A1-D6FC-4f65-9D91-7224C49458BB}"/>
          </c:extLst>
        </c:dLbl>
      </c:pivotFmt>
      <c:pivotFmt>
        <c:idx val="197"/>
        <c:dLbl>
          <c:idx val="0"/>
          <c:showLegendKey val="0"/>
          <c:showVal val="0"/>
          <c:showCatName val="0"/>
          <c:showSerName val="0"/>
          <c:showPercent val="0"/>
          <c:showBubbleSize val="0"/>
          <c:extLst>
            <c:ext xmlns:c15="http://schemas.microsoft.com/office/drawing/2012/chart" uri="{CE6537A1-D6FC-4f65-9D91-7224C49458BB}"/>
          </c:extLst>
        </c:dLbl>
      </c:pivotFmt>
      <c:pivotFmt>
        <c:idx val="198"/>
        <c:dLbl>
          <c:idx val="0"/>
          <c:showLegendKey val="0"/>
          <c:showVal val="0"/>
          <c:showCatName val="0"/>
          <c:showSerName val="0"/>
          <c:showPercent val="0"/>
          <c:showBubbleSize val="0"/>
          <c:extLst>
            <c:ext xmlns:c15="http://schemas.microsoft.com/office/drawing/2012/chart" uri="{CE6537A1-D6FC-4f65-9D91-7224C49458BB}"/>
          </c:extLst>
        </c:dLbl>
      </c:pivotFmt>
      <c:pivotFmt>
        <c:idx val="199"/>
        <c:dLbl>
          <c:idx val="0"/>
          <c:showLegendKey val="0"/>
          <c:showVal val="0"/>
          <c:showCatName val="0"/>
          <c:showSerName val="0"/>
          <c:showPercent val="0"/>
          <c:showBubbleSize val="0"/>
          <c:extLst>
            <c:ext xmlns:c15="http://schemas.microsoft.com/office/drawing/2012/chart" uri="{CE6537A1-D6FC-4f65-9D91-7224C49458BB}"/>
          </c:extLst>
        </c:dLbl>
      </c:pivotFmt>
      <c:pivotFmt>
        <c:idx val="200"/>
        <c:dLbl>
          <c:idx val="0"/>
          <c:showLegendKey val="0"/>
          <c:showVal val="0"/>
          <c:showCatName val="0"/>
          <c:showSerName val="0"/>
          <c:showPercent val="0"/>
          <c:showBubbleSize val="0"/>
          <c:extLst>
            <c:ext xmlns:c15="http://schemas.microsoft.com/office/drawing/2012/chart" uri="{CE6537A1-D6FC-4f65-9D91-7224C49458BB}"/>
          </c:extLst>
        </c:dLbl>
      </c:pivotFmt>
      <c:pivotFmt>
        <c:idx val="201"/>
        <c:dLbl>
          <c:idx val="0"/>
          <c:showLegendKey val="0"/>
          <c:showVal val="0"/>
          <c:showCatName val="0"/>
          <c:showSerName val="0"/>
          <c:showPercent val="0"/>
          <c:showBubbleSize val="0"/>
          <c:extLst>
            <c:ext xmlns:c15="http://schemas.microsoft.com/office/drawing/2012/chart" uri="{CE6537A1-D6FC-4f65-9D91-7224C49458BB}"/>
          </c:extLst>
        </c:dLbl>
      </c:pivotFmt>
      <c:pivotFmt>
        <c:idx val="202"/>
        <c:dLbl>
          <c:idx val="0"/>
          <c:showLegendKey val="0"/>
          <c:showVal val="0"/>
          <c:showCatName val="0"/>
          <c:showSerName val="0"/>
          <c:showPercent val="0"/>
          <c:showBubbleSize val="0"/>
          <c:extLst>
            <c:ext xmlns:c15="http://schemas.microsoft.com/office/drawing/2012/chart" uri="{CE6537A1-D6FC-4f65-9D91-7224C49458BB}"/>
          </c:extLst>
        </c:dLbl>
      </c:pivotFmt>
      <c:pivotFmt>
        <c:idx val="203"/>
        <c:dLbl>
          <c:idx val="0"/>
          <c:showLegendKey val="0"/>
          <c:showVal val="0"/>
          <c:showCatName val="0"/>
          <c:showSerName val="0"/>
          <c:showPercent val="0"/>
          <c:showBubbleSize val="0"/>
          <c:extLst>
            <c:ext xmlns:c15="http://schemas.microsoft.com/office/drawing/2012/chart" uri="{CE6537A1-D6FC-4f65-9D91-7224C49458BB}"/>
          </c:extLst>
        </c:dLbl>
      </c:pivotFmt>
      <c:pivotFmt>
        <c:idx val="204"/>
        <c:dLbl>
          <c:idx val="0"/>
          <c:showLegendKey val="0"/>
          <c:showVal val="0"/>
          <c:showCatName val="0"/>
          <c:showSerName val="0"/>
          <c:showPercent val="0"/>
          <c:showBubbleSize val="0"/>
          <c:extLst>
            <c:ext xmlns:c15="http://schemas.microsoft.com/office/drawing/2012/chart" uri="{CE6537A1-D6FC-4f65-9D91-7224C49458BB}"/>
          </c:extLst>
        </c:dLbl>
      </c:pivotFmt>
      <c:pivotFmt>
        <c:idx val="205"/>
        <c:dLbl>
          <c:idx val="0"/>
          <c:showLegendKey val="0"/>
          <c:showVal val="0"/>
          <c:showCatName val="0"/>
          <c:showSerName val="0"/>
          <c:showPercent val="0"/>
          <c:showBubbleSize val="0"/>
          <c:extLst>
            <c:ext xmlns:c15="http://schemas.microsoft.com/office/drawing/2012/chart" uri="{CE6537A1-D6FC-4f65-9D91-7224C49458BB}"/>
          </c:extLst>
        </c:dLbl>
      </c:pivotFmt>
      <c:pivotFmt>
        <c:idx val="206"/>
        <c:dLbl>
          <c:idx val="0"/>
          <c:showLegendKey val="0"/>
          <c:showVal val="0"/>
          <c:showCatName val="0"/>
          <c:showSerName val="0"/>
          <c:showPercent val="0"/>
          <c:showBubbleSize val="0"/>
          <c:extLst>
            <c:ext xmlns:c15="http://schemas.microsoft.com/office/drawing/2012/chart" uri="{CE6537A1-D6FC-4f65-9D91-7224C49458BB}"/>
          </c:extLst>
        </c:dLbl>
      </c:pivotFmt>
      <c:pivotFmt>
        <c:idx val="207"/>
        <c:dLbl>
          <c:idx val="0"/>
          <c:showLegendKey val="0"/>
          <c:showVal val="0"/>
          <c:showCatName val="0"/>
          <c:showSerName val="0"/>
          <c:showPercent val="0"/>
          <c:showBubbleSize val="0"/>
          <c:extLst>
            <c:ext xmlns:c15="http://schemas.microsoft.com/office/drawing/2012/chart" uri="{CE6537A1-D6FC-4f65-9D91-7224C49458BB}"/>
          </c:extLst>
        </c:dLbl>
      </c:pivotFmt>
      <c:pivotFmt>
        <c:idx val="208"/>
        <c:dLbl>
          <c:idx val="0"/>
          <c:showLegendKey val="0"/>
          <c:showVal val="0"/>
          <c:showCatName val="0"/>
          <c:showSerName val="0"/>
          <c:showPercent val="0"/>
          <c:showBubbleSize val="0"/>
          <c:extLst>
            <c:ext xmlns:c15="http://schemas.microsoft.com/office/drawing/2012/chart" uri="{CE6537A1-D6FC-4f65-9D91-7224C49458BB}"/>
          </c:extLst>
        </c:dLbl>
      </c:pivotFmt>
      <c:pivotFmt>
        <c:idx val="209"/>
        <c:dLbl>
          <c:idx val="0"/>
          <c:showLegendKey val="0"/>
          <c:showVal val="0"/>
          <c:showCatName val="0"/>
          <c:showSerName val="0"/>
          <c:showPercent val="0"/>
          <c:showBubbleSize val="0"/>
          <c:extLst>
            <c:ext xmlns:c15="http://schemas.microsoft.com/office/drawing/2012/chart" uri="{CE6537A1-D6FC-4f65-9D91-7224C49458BB}"/>
          </c:extLst>
        </c:dLbl>
      </c:pivotFmt>
      <c:pivotFmt>
        <c:idx val="210"/>
        <c:dLbl>
          <c:idx val="0"/>
          <c:showLegendKey val="0"/>
          <c:showVal val="0"/>
          <c:showCatName val="0"/>
          <c:showSerName val="0"/>
          <c:showPercent val="0"/>
          <c:showBubbleSize val="0"/>
          <c:extLst>
            <c:ext xmlns:c15="http://schemas.microsoft.com/office/drawing/2012/chart" uri="{CE6537A1-D6FC-4f65-9D91-7224C49458BB}"/>
          </c:extLst>
        </c:dLbl>
      </c:pivotFmt>
      <c:pivotFmt>
        <c:idx val="211"/>
        <c:dLbl>
          <c:idx val="0"/>
          <c:showLegendKey val="0"/>
          <c:showVal val="0"/>
          <c:showCatName val="0"/>
          <c:showSerName val="0"/>
          <c:showPercent val="0"/>
          <c:showBubbleSize val="0"/>
          <c:extLst>
            <c:ext xmlns:c15="http://schemas.microsoft.com/office/drawing/2012/chart" uri="{CE6537A1-D6FC-4f65-9D91-7224C49458BB}"/>
          </c:extLst>
        </c:dLbl>
      </c:pivotFmt>
      <c:pivotFmt>
        <c:idx val="212"/>
        <c:dLbl>
          <c:idx val="0"/>
          <c:showLegendKey val="0"/>
          <c:showVal val="0"/>
          <c:showCatName val="0"/>
          <c:showSerName val="0"/>
          <c:showPercent val="0"/>
          <c:showBubbleSize val="0"/>
          <c:extLst>
            <c:ext xmlns:c15="http://schemas.microsoft.com/office/drawing/2012/chart" uri="{CE6537A1-D6FC-4f65-9D91-7224C49458BB}"/>
          </c:extLst>
        </c:dLbl>
      </c:pivotFmt>
      <c:pivotFmt>
        <c:idx val="213"/>
        <c:dLbl>
          <c:idx val="0"/>
          <c:showLegendKey val="0"/>
          <c:showVal val="0"/>
          <c:showCatName val="0"/>
          <c:showSerName val="0"/>
          <c:showPercent val="0"/>
          <c:showBubbleSize val="0"/>
          <c:extLst>
            <c:ext xmlns:c15="http://schemas.microsoft.com/office/drawing/2012/chart" uri="{CE6537A1-D6FC-4f65-9D91-7224C49458BB}"/>
          </c:extLst>
        </c:dLbl>
      </c:pivotFmt>
      <c:pivotFmt>
        <c:idx val="214"/>
        <c:dLbl>
          <c:idx val="0"/>
          <c:showLegendKey val="0"/>
          <c:showVal val="0"/>
          <c:showCatName val="0"/>
          <c:showSerName val="0"/>
          <c:showPercent val="0"/>
          <c:showBubbleSize val="0"/>
          <c:extLst>
            <c:ext xmlns:c15="http://schemas.microsoft.com/office/drawing/2012/chart" uri="{CE6537A1-D6FC-4f65-9D91-7224C49458BB}"/>
          </c:extLst>
        </c:dLbl>
      </c:pivotFmt>
      <c:pivotFmt>
        <c:idx val="215"/>
        <c:dLbl>
          <c:idx val="0"/>
          <c:showLegendKey val="0"/>
          <c:showVal val="0"/>
          <c:showCatName val="0"/>
          <c:showSerName val="0"/>
          <c:showPercent val="0"/>
          <c:showBubbleSize val="0"/>
          <c:extLst>
            <c:ext xmlns:c15="http://schemas.microsoft.com/office/drawing/2012/chart" uri="{CE6537A1-D6FC-4f65-9D91-7224C49458BB}"/>
          </c:extLst>
        </c:dLbl>
      </c:pivotFmt>
      <c:pivotFmt>
        <c:idx val="216"/>
        <c:dLbl>
          <c:idx val="0"/>
          <c:showLegendKey val="0"/>
          <c:showVal val="0"/>
          <c:showCatName val="0"/>
          <c:showSerName val="0"/>
          <c:showPercent val="0"/>
          <c:showBubbleSize val="0"/>
          <c:extLst>
            <c:ext xmlns:c15="http://schemas.microsoft.com/office/drawing/2012/chart" uri="{CE6537A1-D6FC-4f65-9D91-7224C49458BB}"/>
          </c:extLst>
        </c:dLbl>
      </c:pivotFmt>
      <c:pivotFmt>
        <c:idx val="217"/>
        <c:dLbl>
          <c:idx val="0"/>
          <c:showLegendKey val="0"/>
          <c:showVal val="0"/>
          <c:showCatName val="0"/>
          <c:showSerName val="0"/>
          <c:showPercent val="0"/>
          <c:showBubbleSize val="0"/>
          <c:extLst>
            <c:ext xmlns:c15="http://schemas.microsoft.com/office/drawing/2012/chart" uri="{CE6537A1-D6FC-4f65-9D91-7224C49458BB}"/>
          </c:extLst>
        </c:dLbl>
      </c:pivotFmt>
      <c:pivotFmt>
        <c:idx val="218"/>
        <c:dLbl>
          <c:idx val="0"/>
          <c:showLegendKey val="0"/>
          <c:showVal val="0"/>
          <c:showCatName val="0"/>
          <c:showSerName val="0"/>
          <c:showPercent val="0"/>
          <c:showBubbleSize val="0"/>
          <c:extLst>
            <c:ext xmlns:c15="http://schemas.microsoft.com/office/drawing/2012/chart" uri="{CE6537A1-D6FC-4f65-9D91-7224C49458BB}"/>
          </c:extLst>
        </c:dLbl>
      </c:pivotFmt>
      <c:pivotFmt>
        <c:idx val="219"/>
        <c:dLbl>
          <c:idx val="0"/>
          <c:showLegendKey val="0"/>
          <c:showVal val="0"/>
          <c:showCatName val="0"/>
          <c:showSerName val="0"/>
          <c:showPercent val="0"/>
          <c:showBubbleSize val="0"/>
          <c:extLst>
            <c:ext xmlns:c15="http://schemas.microsoft.com/office/drawing/2012/chart" uri="{CE6537A1-D6FC-4f65-9D91-7224C49458BB}"/>
          </c:extLst>
        </c:dLbl>
      </c:pivotFmt>
      <c:pivotFmt>
        <c:idx val="220"/>
        <c:dLbl>
          <c:idx val="0"/>
          <c:showLegendKey val="0"/>
          <c:showVal val="0"/>
          <c:showCatName val="0"/>
          <c:showSerName val="0"/>
          <c:showPercent val="0"/>
          <c:showBubbleSize val="0"/>
          <c:extLst>
            <c:ext xmlns:c15="http://schemas.microsoft.com/office/drawing/2012/chart" uri="{CE6537A1-D6FC-4f65-9D91-7224C49458BB}"/>
          </c:extLst>
        </c:dLbl>
      </c:pivotFmt>
      <c:pivotFmt>
        <c:idx val="221"/>
        <c:dLbl>
          <c:idx val="0"/>
          <c:showLegendKey val="0"/>
          <c:showVal val="0"/>
          <c:showCatName val="0"/>
          <c:showSerName val="0"/>
          <c:showPercent val="0"/>
          <c:showBubbleSize val="0"/>
          <c:extLst>
            <c:ext xmlns:c15="http://schemas.microsoft.com/office/drawing/2012/chart" uri="{CE6537A1-D6FC-4f65-9D91-7224C49458BB}"/>
          </c:extLst>
        </c:dLbl>
      </c:pivotFmt>
      <c:pivotFmt>
        <c:idx val="222"/>
        <c:dLbl>
          <c:idx val="0"/>
          <c:showLegendKey val="0"/>
          <c:showVal val="0"/>
          <c:showCatName val="0"/>
          <c:showSerName val="0"/>
          <c:showPercent val="0"/>
          <c:showBubbleSize val="0"/>
          <c:extLst>
            <c:ext xmlns:c15="http://schemas.microsoft.com/office/drawing/2012/chart" uri="{CE6537A1-D6FC-4f65-9D91-7224C49458BB}"/>
          </c:extLst>
        </c:dLbl>
      </c:pivotFmt>
      <c:pivotFmt>
        <c:idx val="223"/>
        <c:dLbl>
          <c:idx val="0"/>
          <c:showLegendKey val="0"/>
          <c:showVal val="0"/>
          <c:showCatName val="0"/>
          <c:showSerName val="0"/>
          <c:showPercent val="0"/>
          <c:showBubbleSize val="0"/>
          <c:extLst>
            <c:ext xmlns:c15="http://schemas.microsoft.com/office/drawing/2012/chart" uri="{CE6537A1-D6FC-4f65-9D91-7224C49458BB}"/>
          </c:extLst>
        </c:dLbl>
      </c:pivotFmt>
      <c:pivotFmt>
        <c:idx val="224"/>
        <c:dLbl>
          <c:idx val="0"/>
          <c:showLegendKey val="0"/>
          <c:showVal val="0"/>
          <c:showCatName val="0"/>
          <c:showSerName val="0"/>
          <c:showPercent val="0"/>
          <c:showBubbleSize val="0"/>
          <c:extLst>
            <c:ext xmlns:c15="http://schemas.microsoft.com/office/drawing/2012/chart" uri="{CE6537A1-D6FC-4f65-9D91-7224C49458BB}"/>
          </c:extLst>
        </c:dLbl>
      </c:pivotFmt>
      <c:pivotFmt>
        <c:idx val="225"/>
        <c:dLbl>
          <c:idx val="0"/>
          <c:showLegendKey val="0"/>
          <c:showVal val="0"/>
          <c:showCatName val="0"/>
          <c:showSerName val="0"/>
          <c:showPercent val="0"/>
          <c:showBubbleSize val="0"/>
          <c:extLst>
            <c:ext xmlns:c15="http://schemas.microsoft.com/office/drawing/2012/chart" uri="{CE6537A1-D6FC-4f65-9D91-7224C49458BB}"/>
          </c:extLst>
        </c:dLbl>
      </c:pivotFmt>
      <c:pivotFmt>
        <c:idx val="226"/>
        <c:dLbl>
          <c:idx val="0"/>
          <c:showLegendKey val="0"/>
          <c:showVal val="0"/>
          <c:showCatName val="0"/>
          <c:showSerName val="0"/>
          <c:showPercent val="0"/>
          <c:showBubbleSize val="0"/>
          <c:extLst>
            <c:ext xmlns:c15="http://schemas.microsoft.com/office/drawing/2012/chart" uri="{CE6537A1-D6FC-4f65-9D91-7224C49458BB}"/>
          </c:extLst>
        </c:dLbl>
      </c:pivotFmt>
      <c:pivotFmt>
        <c:idx val="227"/>
        <c:dLbl>
          <c:idx val="0"/>
          <c:showLegendKey val="0"/>
          <c:showVal val="0"/>
          <c:showCatName val="0"/>
          <c:showSerName val="0"/>
          <c:showPercent val="0"/>
          <c:showBubbleSize val="0"/>
          <c:extLst>
            <c:ext xmlns:c15="http://schemas.microsoft.com/office/drawing/2012/chart" uri="{CE6537A1-D6FC-4f65-9D91-7224C49458BB}"/>
          </c:extLst>
        </c:dLbl>
      </c:pivotFmt>
      <c:pivotFmt>
        <c:idx val="228"/>
        <c:dLbl>
          <c:idx val="0"/>
          <c:showLegendKey val="0"/>
          <c:showVal val="0"/>
          <c:showCatName val="0"/>
          <c:showSerName val="0"/>
          <c:showPercent val="0"/>
          <c:showBubbleSize val="0"/>
          <c:extLst>
            <c:ext xmlns:c15="http://schemas.microsoft.com/office/drawing/2012/chart" uri="{CE6537A1-D6FC-4f65-9D91-7224C49458BB}"/>
          </c:extLst>
        </c:dLbl>
      </c:pivotFmt>
      <c:pivotFmt>
        <c:idx val="229"/>
        <c:dLbl>
          <c:idx val="0"/>
          <c:showLegendKey val="0"/>
          <c:showVal val="0"/>
          <c:showCatName val="0"/>
          <c:showSerName val="0"/>
          <c:showPercent val="0"/>
          <c:showBubbleSize val="0"/>
          <c:extLst>
            <c:ext xmlns:c15="http://schemas.microsoft.com/office/drawing/2012/chart" uri="{CE6537A1-D6FC-4f65-9D91-7224C49458BB}"/>
          </c:extLst>
        </c:dLbl>
      </c:pivotFmt>
      <c:pivotFmt>
        <c:idx val="230"/>
        <c:dLbl>
          <c:idx val="0"/>
          <c:showLegendKey val="0"/>
          <c:showVal val="0"/>
          <c:showCatName val="0"/>
          <c:showSerName val="0"/>
          <c:showPercent val="0"/>
          <c:showBubbleSize val="0"/>
          <c:extLst>
            <c:ext xmlns:c15="http://schemas.microsoft.com/office/drawing/2012/chart" uri="{CE6537A1-D6FC-4f65-9D91-7224C49458BB}"/>
          </c:extLst>
        </c:dLbl>
      </c:pivotFmt>
      <c:pivotFmt>
        <c:idx val="231"/>
        <c:dLbl>
          <c:idx val="0"/>
          <c:showLegendKey val="0"/>
          <c:showVal val="0"/>
          <c:showCatName val="0"/>
          <c:showSerName val="0"/>
          <c:showPercent val="0"/>
          <c:showBubbleSize val="0"/>
          <c:extLst>
            <c:ext xmlns:c15="http://schemas.microsoft.com/office/drawing/2012/chart" uri="{CE6537A1-D6FC-4f65-9D91-7224C49458BB}"/>
          </c:extLst>
        </c:dLbl>
      </c:pivotFmt>
      <c:pivotFmt>
        <c:idx val="232"/>
        <c:dLbl>
          <c:idx val="0"/>
          <c:showLegendKey val="0"/>
          <c:showVal val="0"/>
          <c:showCatName val="0"/>
          <c:showSerName val="0"/>
          <c:showPercent val="0"/>
          <c:showBubbleSize val="0"/>
          <c:extLst>
            <c:ext xmlns:c15="http://schemas.microsoft.com/office/drawing/2012/chart" uri="{CE6537A1-D6FC-4f65-9D91-7224C49458BB}"/>
          </c:extLst>
        </c:dLbl>
      </c:pivotFmt>
      <c:pivotFmt>
        <c:idx val="233"/>
        <c:dLbl>
          <c:idx val="0"/>
          <c:showLegendKey val="0"/>
          <c:showVal val="0"/>
          <c:showCatName val="0"/>
          <c:showSerName val="0"/>
          <c:showPercent val="0"/>
          <c:showBubbleSize val="0"/>
          <c:extLst>
            <c:ext xmlns:c15="http://schemas.microsoft.com/office/drawing/2012/chart" uri="{CE6537A1-D6FC-4f65-9D91-7224C49458BB}"/>
          </c:extLst>
        </c:dLbl>
      </c:pivotFmt>
      <c:pivotFmt>
        <c:idx val="234"/>
        <c:dLbl>
          <c:idx val="0"/>
          <c:showLegendKey val="0"/>
          <c:showVal val="0"/>
          <c:showCatName val="0"/>
          <c:showSerName val="0"/>
          <c:showPercent val="0"/>
          <c:showBubbleSize val="0"/>
          <c:extLst>
            <c:ext xmlns:c15="http://schemas.microsoft.com/office/drawing/2012/chart" uri="{CE6537A1-D6FC-4f65-9D91-7224C49458BB}"/>
          </c:extLst>
        </c:dLbl>
      </c:pivotFmt>
      <c:pivotFmt>
        <c:idx val="235"/>
        <c:dLbl>
          <c:idx val="0"/>
          <c:showLegendKey val="0"/>
          <c:showVal val="0"/>
          <c:showCatName val="0"/>
          <c:showSerName val="0"/>
          <c:showPercent val="0"/>
          <c:showBubbleSize val="0"/>
          <c:extLst>
            <c:ext xmlns:c15="http://schemas.microsoft.com/office/drawing/2012/chart" uri="{CE6537A1-D6FC-4f65-9D91-7224C49458BB}"/>
          </c:extLst>
        </c:dLbl>
      </c:pivotFmt>
      <c:pivotFmt>
        <c:idx val="236"/>
        <c:dLbl>
          <c:idx val="0"/>
          <c:showLegendKey val="0"/>
          <c:showVal val="0"/>
          <c:showCatName val="0"/>
          <c:showSerName val="0"/>
          <c:showPercent val="0"/>
          <c:showBubbleSize val="0"/>
          <c:extLst>
            <c:ext xmlns:c15="http://schemas.microsoft.com/office/drawing/2012/chart" uri="{CE6537A1-D6FC-4f65-9D91-7224C49458BB}"/>
          </c:extLst>
        </c:dLbl>
      </c:pivotFmt>
      <c:pivotFmt>
        <c:idx val="237"/>
        <c:dLbl>
          <c:idx val="0"/>
          <c:showLegendKey val="0"/>
          <c:showVal val="0"/>
          <c:showCatName val="0"/>
          <c:showSerName val="0"/>
          <c:showPercent val="0"/>
          <c:showBubbleSize val="0"/>
          <c:extLst>
            <c:ext xmlns:c15="http://schemas.microsoft.com/office/drawing/2012/chart" uri="{CE6537A1-D6FC-4f65-9D91-7224C49458BB}"/>
          </c:extLst>
        </c:dLbl>
      </c:pivotFmt>
      <c:pivotFmt>
        <c:idx val="238"/>
        <c:dLbl>
          <c:idx val="0"/>
          <c:showLegendKey val="0"/>
          <c:showVal val="0"/>
          <c:showCatName val="0"/>
          <c:showSerName val="0"/>
          <c:showPercent val="0"/>
          <c:showBubbleSize val="0"/>
          <c:extLst>
            <c:ext xmlns:c15="http://schemas.microsoft.com/office/drawing/2012/chart" uri="{CE6537A1-D6FC-4f65-9D91-7224C49458BB}"/>
          </c:extLst>
        </c:dLbl>
      </c:pivotFmt>
      <c:pivotFmt>
        <c:idx val="239"/>
        <c:dLbl>
          <c:idx val="0"/>
          <c:showLegendKey val="0"/>
          <c:showVal val="0"/>
          <c:showCatName val="0"/>
          <c:showSerName val="0"/>
          <c:showPercent val="0"/>
          <c:showBubbleSize val="0"/>
          <c:extLst>
            <c:ext xmlns:c15="http://schemas.microsoft.com/office/drawing/2012/chart" uri="{CE6537A1-D6FC-4f65-9D91-7224C49458BB}"/>
          </c:extLst>
        </c:dLbl>
      </c:pivotFmt>
      <c:pivotFmt>
        <c:idx val="240"/>
        <c:dLbl>
          <c:idx val="0"/>
          <c:showLegendKey val="0"/>
          <c:showVal val="0"/>
          <c:showCatName val="0"/>
          <c:showSerName val="0"/>
          <c:showPercent val="0"/>
          <c:showBubbleSize val="0"/>
          <c:extLst>
            <c:ext xmlns:c15="http://schemas.microsoft.com/office/drawing/2012/chart" uri="{CE6537A1-D6FC-4f65-9D91-7224C49458BB}"/>
          </c:extLst>
        </c:dLbl>
      </c:pivotFmt>
      <c:pivotFmt>
        <c:idx val="241"/>
        <c:dLbl>
          <c:idx val="0"/>
          <c:showLegendKey val="0"/>
          <c:showVal val="0"/>
          <c:showCatName val="0"/>
          <c:showSerName val="0"/>
          <c:showPercent val="0"/>
          <c:showBubbleSize val="0"/>
          <c:extLst>
            <c:ext xmlns:c15="http://schemas.microsoft.com/office/drawing/2012/chart" uri="{CE6537A1-D6FC-4f65-9D91-7224C49458BB}"/>
          </c:extLst>
        </c:dLbl>
      </c:pivotFmt>
      <c:pivotFmt>
        <c:idx val="242"/>
        <c:dLbl>
          <c:idx val="0"/>
          <c:showLegendKey val="0"/>
          <c:showVal val="0"/>
          <c:showCatName val="0"/>
          <c:showSerName val="0"/>
          <c:showPercent val="0"/>
          <c:showBubbleSize val="0"/>
          <c:extLst>
            <c:ext xmlns:c15="http://schemas.microsoft.com/office/drawing/2012/chart" uri="{CE6537A1-D6FC-4f65-9D91-7224C49458BB}"/>
          </c:extLst>
        </c:dLbl>
      </c:pivotFmt>
      <c:pivotFmt>
        <c:idx val="243"/>
        <c:dLbl>
          <c:idx val="0"/>
          <c:showLegendKey val="0"/>
          <c:showVal val="0"/>
          <c:showCatName val="0"/>
          <c:showSerName val="0"/>
          <c:showPercent val="0"/>
          <c:showBubbleSize val="0"/>
          <c:extLst>
            <c:ext xmlns:c15="http://schemas.microsoft.com/office/drawing/2012/chart" uri="{CE6537A1-D6FC-4f65-9D91-7224C49458BB}"/>
          </c:extLst>
        </c:dLbl>
      </c:pivotFmt>
      <c:pivotFmt>
        <c:idx val="244"/>
        <c:dLbl>
          <c:idx val="0"/>
          <c:showLegendKey val="0"/>
          <c:showVal val="0"/>
          <c:showCatName val="0"/>
          <c:showSerName val="0"/>
          <c:showPercent val="0"/>
          <c:showBubbleSize val="0"/>
          <c:extLst>
            <c:ext xmlns:c15="http://schemas.microsoft.com/office/drawing/2012/chart" uri="{CE6537A1-D6FC-4f65-9D91-7224C49458BB}"/>
          </c:extLst>
        </c:dLbl>
      </c:pivotFmt>
      <c:pivotFmt>
        <c:idx val="245"/>
        <c:dLbl>
          <c:idx val="0"/>
          <c:showLegendKey val="0"/>
          <c:showVal val="0"/>
          <c:showCatName val="0"/>
          <c:showSerName val="0"/>
          <c:showPercent val="0"/>
          <c:showBubbleSize val="0"/>
          <c:extLst>
            <c:ext xmlns:c15="http://schemas.microsoft.com/office/drawing/2012/chart" uri="{CE6537A1-D6FC-4f65-9D91-7224C49458BB}"/>
          </c:extLst>
        </c:dLbl>
      </c:pivotFmt>
      <c:pivotFmt>
        <c:idx val="246"/>
        <c:dLbl>
          <c:idx val="0"/>
          <c:showLegendKey val="0"/>
          <c:showVal val="0"/>
          <c:showCatName val="0"/>
          <c:showSerName val="0"/>
          <c:showPercent val="0"/>
          <c:showBubbleSize val="0"/>
          <c:extLst>
            <c:ext xmlns:c15="http://schemas.microsoft.com/office/drawing/2012/chart" uri="{CE6537A1-D6FC-4f65-9D91-7224C49458BB}"/>
          </c:extLst>
        </c:dLbl>
      </c:pivotFmt>
      <c:pivotFmt>
        <c:idx val="247"/>
        <c:dLbl>
          <c:idx val="0"/>
          <c:showLegendKey val="0"/>
          <c:showVal val="0"/>
          <c:showCatName val="0"/>
          <c:showSerName val="0"/>
          <c:showPercent val="0"/>
          <c:showBubbleSize val="0"/>
          <c:extLst>
            <c:ext xmlns:c15="http://schemas.microsoft.com/office/drawing/2012/chart" uri="{CE6537A1-D6FC-4f65-9D91-7224C49458BB}"/>
          </c:extLst>
        </c:dLbl>
      </c:pivotFmt>
      <c:pivotFmt>
        <c:idx val="248"/>
        <c:dLbl>
          <c:idx val="0"/>
          <c:showLegendKey val="0"/>
          <c:showVal val="0"/>
          <c:showCatName val="0"/>
          <c:showSerName val="0"/>
          <c:showPercent val="0"/>
          <c:showBubbleSize val="0"/>
          <c:extLst>
            <c:ext xmlns:c15="http://schemas.microsoft.com/office/drawing/2012/chart" uri="{CE6537A1-D6FC-4f65-9D91-7224C49458BB}"/>
          </c:extLst>
        </c:dLbl>
      </c:pivotFmt>
      <c:pivotFmt>
        <c:idx val="249"/>
        <c:dLbl>
          <c:idx val="0"/>
          <c:showLegendKey val="0"/>
          <c:showVal val="0"/>
          <c:showCatName val="0"/>
          <c:showSerName val="0"/>
          <c:showPercent val="0"/>
          <c:showBubbleSize val="0"/>
          <c:extLst>
            <c:ext xmlns:c15="http://schemas.microsoft.com/office/drawing/2012/chart" uri="{CE6537A1-D6FC-4f65-9D91-7224C49458BB}"/>
          </c:extLst>
        </c:dLbl>
      </c:pivotFmt>
      <c:pivotFmt>
        <c:idx val="250"/>
        <c:dLbl>
          <c:idx val="0"/>
          <c:showLegendKey val="0"/>
          <c:showVal val="0"/>
          <c:showCatName val="0"/>
          <c:showSerName val="0"/>
          <c:showPercent val="0"/>
          <c:showBubbleSize val="0"/>
          <c:extLst>
            <c:ext xmlns:c15="http://schemas.microsoft.com/office/drawing/2012/chart" uri="{CE6537A1-D6FC-4f65-9D91-7224C49458BB}"/>
          </c:extLst>
        </c:dLbl>
      </c:pivotFmt>
      <c:pivotFmt>
        <c:idx val="251"/>
        <c:dLbl>
          <c:idx val="0"/>
          <c:showLegendKey val="0"/>
          <c:showVal val="0"/>
          <c:showCatName val="0"/>
          <c:showSerName val="0"/>
          <c:showPercent val="0"/>
          <c:showBubbleSize val="0"/>
          <c:extLst>
            <c:ext xmlns:c15="http://schemas.microsoft.com/office/drawing/2012/chart" uri="{CE6537A1-D6FC-4f65-9D91-7224C49458BB}"/>
          </c:extLst>
        </c:dLbl>
      </c:pivotFmt>
      <c:pivotFmt>
        <c:idx val="252"/>
        <c:dLbl>
          <c:idx val="0"/>
          <c:showLegendKey val="0"/>
          <c:showVal val="0"/>
          <c:showCatName val="0"/>
          <c:showSerName val="0"/>
          <c:showPercent val="0"/>
          <c:showBubbleSize val="0"/>
          <c:extLst>
            <c:ext xmlns:c15="http://schemas.microsoft.com/office/drawing/2012/chart" uri="{CE6537A1-D6FC-4f65-9D91-7224C49458BB}"/>
          </c:extLst>
        </c:dLbl>
      </c:pivotFmt>
      <c:pivotFmt>
        <c:idx val="253"/>
        <c:dLbl>
          <c:idx val="0"/>
          <c:showLegendKey val="0"/>
          <c:showVal val="0"/>
          <c:showCatName val="0"/>
          <c:showSerName val="0"/>
          <c:showPercent val="0"/>
          <c:showBubbleSize val="0"/>
          <c:extLst>
            <c:ext xmlns:c15="http://schemas.microsoft.com/office/drawing/2012/chart" uri="{CE6537A1-D6FC-4f65-9D91-7224C49458BB}"/>
          </c:extLst>
        </c:dLbl>
      </c:pivotFmt>
      <c:pivotFmt>
        <c:idx val="254"/>
        <c:dLbl>
          <c:idx val="0"/>
          <c:showLegendKey val="0"/>
          <c:showVal val="0"/>
          <c:showCatName val="0"/>
          <c:showSerName val="0"/>
          <c:showPercent val="0"/>
          <c:showBubbleSize val="0"/>
          <c:extLst>
            <c:ext xmlns:c15="http://schemas.microsoft.com/office/drawing/2012/chart" uri="{CE6537A1-D6FC-4f65-9D91-7224C49458BB}"/>
          </c:extLst>
        </c:dLbl>
      </c:pivotFmt>
      <c:pivotFmt>
        <c:idx val="255"/>
        <c:dLbl>
          <c:idx val="0"/>
          <c:showLegendKey val="0"/>
          <c:showVal val="0"/>
          <c:showCatName val="0"/>
          <c:showSerName val="0"/>
          <c:showPercent val="0"/>
          <c:showBubbleSize val="0"/>
          <c:extLst>
            <c:ext xmlns:c15="http://schemas.microsoft.com/office/drawing/2012/chart" uri="{CE6537A1-D6FC-4f65-9D91-7224C49458BB}"/>
          </c:extLst>
        </c:dLbl>
      </c:pivotFmt>
      <c:pivotFmt>
        <c:idx val="256"/>
        <c:dLbl>
          <c:idx val="0"/>
          <c:showLegendKey val="0"/>
          <c:showVal val="0"/>
          <c:showCatName val="0"/>
          <c:showSerName val="0"/>
          <c:showPercent val="0"/>
          <c:showBubbleSize val="0"/>
          <c:extLst>
            <c:ext xmlns:c15="http://schemas.microsoft.com/office/drawing/2012/chart" uri="{CE6537A1-D6FC-4f65-9D91-7224C49458BB}"/>
          </c:extLst>
        </c:dLbl>
      </c:pivotFmt>
      <c:pivotFmt>
        <c:idx val="257"/>
        <c:dLbl>
          <c:idx val="0"/>
          <c:showLegendKey val="0"/>
          <c:showVal val="0"/>
          <c:showCatName val="0"/>
          <c:showSerName val="0"/>
          <c:showPercent val="0"/>
          <c:showBubbleSize val="0"/>
          <c:extLst>
            <c:ext xmlns:c15="http://schemas.microsoft.com/office/drawing/2012/chart" uri="{CE6537A1-D6FC-4f65-9D91-7224C49458BB}"/>
          </c:extLst>
        </c:dLbl>
      </c:pivotFmt>
      <c:pivotFmt>
        <c:idx val="258"/>
        <c:dLbl>
          <c:idx val="0"/>
          <c:showLegendKey val="0"/>
          <c:showVal val="0"/>
          <c:showCatName val="0"/>
          <c:showSerName val="0"/>
          <c:showPercent val="0"/>
          <c:showBubbleSize val="0"/>
          <c:extLst>
            <c:ext xmlns:c15="http://schemas.microsoft.com/office/drawing/2012/chart" uri="{CE6537A1-D6FC-4f65-9D91-7224C49458BB}"/>
          </c:extLst>
        </c:dLbl>
      </c:pivotFmt>
      <c:pivotFmt>
        <c:idx val="259"/>
        <c:dLbl>
          <c:idx val="0"/>
          <c:showLegendKey val="0"/>
          <c:showVal val="0"/>
          <c:showCatName val="0"/>
          <c:showSerName val="0"/>
          <c:showPercent val="0"/>
          <c:showBubbleSize val="0"/>
          <c:extLst>
            <c:ext xmlns:c15="http://schemas.microsoft.com/office/drawing/2012/chart" uri="{CE6537A1-D6FC-4f65-9D91-7224C49458BB}"/>
          </c:extLst>
        </c:dLbl>
      </c:pivotFmt>
      <c:pivotFmt>
        <c:idx val="260"/>
        <c:dLbl>
          <c:idx val="0"/>
          <c:showLegendKey val="0"/>
          <c:showVal val="0"/>
          <c:showCatName val="0"/>
          <c:showSerName val="0"/>
          <c:showPercent val="0"/>
          <c:showBubbleSize val="0"/>
          <c:extLst>
            <c:ext xmlns:c15="http://schemas.microsoft.com/office/drawing/2012/chart" uri="{CE6537A1-D6FC-4f65-9D91-7224C49458BB}"/>
          </c:extLst>
        </c:dLbl>
      </c:pivotFmt>
      <c:pivotFmt>
        <c:idx val="261"/>
        <c:dLbl>
          <c:idx val="0"/>
          <c:showLegendKey val="0"/>
          <c:showVal val="0"/>
          <c:showCatName val="0"/>
          <c:showSerName val="0"/>
          <c:showPercent val="0"/>
          <c:showBubbleSize val="0"/>
          <c:extLst>
            <c:ext xmlns:c15="http://schemas.microsoft.com/office/drawing/2012/chart" uri="{CE6537A1-D6FC-4f65-9D91-7224C49458BB}"/>
          </c:extLst>
        </c:dLbl>
      </c:pivotFmt>
      <c:pivotFmt>
        <c:idx val="262"/>
        <c:dLbl>
          <c:idx val="0"/>
          <c:showLegendKey val="0"/>
          <c:showVal val="0"/>
          <c:showCatName val="0"/>
          <c:showSerName val="0"/>
          <c:showPercent val="0"/>
          <c:showBubbleSize val="0"/>
          <c:extLst>
            <c:ext xmlns:c15="http://schemas.microsoft.com/office/drawing/2012/chart" uri="{CE6537A1-D6FC-4f65-9D91-7224C49458BB}"/>
          </c:extLst>
        </c:dLbl>
      </c:pivotFmt>
      <c:pivotFmt>
        <c:idx val="263"/>
        <c:dLbl>
          <c:idx val="0"/>
          <c:showLegendKey val="0"/>
          <c:showVal val="0"/>
          <c:showCatName val="0"/>
          <c:showSerName val="0"/>
          <c:showPercent val="0"/>
          <c:showBubbleSize val="0"/>
          <c:extLst>
            <c:ext xmlns:c15="http://schemas.microsoft.com/office/drawing/2012/chart" uri="{CE6537A1-D6FC-4f65-9D91-7224C49458BB}"/>
          </c:extLst>
        </c:dLbl>
      </c:pivotFmt>
      <c:pivotFmt>
        <c:idx val="264"/>
        <c:dLbl>
          <c:idx val="0"/>
          <c:showLegendKey val="0"/>
          <c:showVal val="0"/>
          <c:showCatName val="0"/>
          <c:showSerName val="0"/>
          <c:showPercent val="0"/>
          <c:showBubbleSize val="0"/>
          <c:extLst>
            <c:ext xmlns:c15="http://schemas.microsoft.com/office/drawing/2012/chart" uri="{CE6537A1-D6FC-4f65-9D91-7224C49458BB}"/>
          </c:extLst>
        </c:dLbl>
      </c:pivotFmt>
      <c:pivotFmt>
        <c:idx val="265"/>
        <c:dLbl>
          <c:idx val="0"/>
          <c:showLegendKey val="0"/>
          <c:showVal val="0"/>
          <c:showCatName val="0"/>
          <c:showSerName val="0"/>
          <c:showPercent val="0"/>
          <c:showBubbleSize val="0"/>
          <c:extLst>
            <c:ext xmlns:c15="http://schemas.microsoft.com/office/drawing/2012/chart" uri="{CE6537A1-D6FC-4f65-9D91-7224C49458BB}"/>
          </c:extLst>
        </c:dLbl>
      </c:pivotFmt>
      <c:pivotFmt>
        <c:idx val="266"/>
        <c:dLbl>
          <c:idx val="0"/>
          <c:showLegendKey val="0"/>
          <c:showVal val="0"/>
          <c:showCatName val="0"/>
          <c:showSerName val="0"/>
          <c:showPercent val="0"/>
          <c:showBubbleSize val="0"/>
          <c:extLst>
            <c:ext xmlns:c15="http://schemas.microsoft.com/office/drawing/2012/chart" uri="{CE6537A1-D6FC-4f65-9D91-7224C49458BB}"/>
          </c:extLst>
        </c:dLbl>
      </c:pivotFmt>
      <c:pivotFmt>
        <c:idx val="267"/>
        <c:dLbl>
          <c:idx val="0"/>
          <c:showLegendKey val="0"/>
          <c:showVal val="0"/>
          <c:showCatName val="0"/>
          <c:showSerName val="0"/>
          <c:showPercent val="0"/>
          <c:showBubbleSize val="0"/>
          <c:extLst>
            <c:ext xmlns:c15="http://schemas.microsoft.com/office/drawing/2012/chart" uri="{CE6537A1-D6FC-4f65-9D91-7224C49458BB}"/>
          </c:extLst>
        </c:dLbl>
      </c:pivotFmt>
      <c:pivotFmt>
        <c:idx val="268"/>
        <c:dLbl>
          <c:idx val="0"/>
          <c:showLegendKey val="0"/>
          <c:showVal val="0"/>
          <c:showCatName val="0"/>
          <c:showSerName val="0"/>
          <c:showPercent val="0"/>
          <c:showBubbleSize val="0"/>
          <c:extLst>
            <c:ext xmlns:c15="http://schemas.microsoft.com/office/drawing/2012/chart" uri="{CE6537A1-D6FC-4f65-9D91-7224C49458BB}"/>
          </c:extLst>
        </c:dLbl>
      </c:pivotFmt>
      <c:pivotFmt>
        <c:idx val="269"/>
        <c:dLbl>
          <c:idx val="0"/>
          <c:showLegendKey val="0"/>
          <c:showVal val="0"/>
          <c:showCatName val="0"/>
          <c:showSerName val="0"/>
          <c:showPercent val="0"/>
          <c:showBubbleSize val="0"/>
          <c:extLst>
            <c:ext xmlns:c15="http://schemas.microsoft.com/office/drawing/2012/chart" uri="{CE6537A1-D6FC-4f65-9D91-7224C49458BB}"/>
          </c:extLst>
        </c:dLbl>
      </c:pivotFmt>
      <c:pivotFmt>
        <c:idx val="270"/>
        <c:dLbl>
          <c:idx val="0"/>
          <c:showLegendKey val="0"/>
          <c:showVal val="0"/>
          <c:showCatName val="0"/>
          <c:showSerName val="0"/>
          <c:showPercent val="0"/>
          <c:showBubbleSize val="0"/>
          <c:extLst>
            <c:ext xmlns:c15="http://schemas.microsoft.com/office/drawing/2012/chart" uri="{CE6537A1-D6FC-4f65-9D91-7224C49458BB}"/>
          </c:extLst>
        </c:dLbl>
      </c:pivotFmt>
      <c:pivotFmt>
        <c:idx val="271"/>
        <c:dLbl>
          <c:idx val="0"/>
          <c:showLegendKey val="0"/>
          <c:showVal val="0"/>
          <c:showCatName val="0"/>
          <c:showSerName val="0"/>
          <c:showPercent val="0"/>
          <c:showBubbleSize val="0"/>
          <c:extLst>
            <c:ext xmlns:c15="http://schemas.microsoft.com/office/drawing/2012/chart" uri="{CE6537A1-D6FC-4f65-9D91-7224C49458BB}"/>
          </c:extLst>
        </c:dLbl>
      </c:pivotFmt>
      <c:pivotFmt>
        <c:idx val="272"/>
        <c:dLbl>
          <c:idx val="0"/>
          <c:showLegendKey val="0"/>
          <c:showVal val="0"/>
          <c:showCatName val="0"/>
          <c:showSerName val="0"/>
          <c:showPercent val="0"/>
          <c:showBubbleSize val="0"/>
          <c:extLst>
            <c:ext xmlns:c15="http://schemas.microsoft.com/office/drawing/2012/chart" uri="{CE6537A1-D6FC-4f65-9D91-7224C49458BB}"/>
          </c:extLst>
        </c:dLbl>
      </c:pivotFmt>
      <c:pivotFmt>
        <c:idx val="273"/>
        <c:dLbl>
          <c:idx val="0"/>
          <c:showLegendKey val="0"/>
          <c:showVal val="0"/>
          <c:showCatName val="0"/>
          <c:showSerName val="0"/>
          <c:showPercent val="0"/>
          <c:showBubbleSize val="0"/>
          <c:extLst>
            <c:ext xmlns:c15="http://schemas.microsoft.com/office/drawing/2012/chart" uri="{CE6537A1-D6FC-4f65-9D91-7224C49458BB}"/>
          </c:extLst>
        </c:dLbl>
      </c:pivotFmt>
      <c:pivotFmt>
        <c:idx val="274"/>
        <c:dLbl>
          <c:idx val="0"/>
          <c:showLegendKey val="0"/>
          <c:showVal val="0"/>
          <c:showCatName val="0"/>
          <c:showSerName val="0"/>
          <c:showPercent val="0"/>
          <c:showBubbleSize val="0"/>
          <c:extLst>
            <c:ext xmlns:c15="http://schemas.microsoft.com/office/drawing/2012/chart" uri="{CE6537A1-D6FC-4f65-9D91-7224C49458BB}"/>
          </c:extLst>
        </c:dLbl>
      </c:pivotFmt>
      <c:pivotFmt>
        <c:idx val="275"/>
        <c:dLbl>
          <c:idx val="0"/>
          <c:showLegendKey val="0"/>
          <c:showVal val="0"/>
          <c:showCatName val="0"/>
          <c:showSerName val="0"/>
          <c:showPercent val="0"/>
          <c:showBubbleSize val="0"/>
          <c:extLst>
            <c:ext xmlns:c15="http://schemas.microsoft.com/office/drawing/2012/chart" uri="{CE6537A1-D6FC-4f65-9D91-7224C49458BB}"/>
          </c:extLst>
        </c:dLbl>
      </c:pivotFmt>
      <c:pivotFmt>
        <c:idx val="276"/>
        <c:dLbl>
          <c:idx val="0"/>
          <c:showLegendKey val="0"/>
          <c:showVal val="0"/>
          <c:showCatName val="0"/>
          <c:showSerName val="0"/>
          <c:showPercent val="0"/>
          <c:showBubbleSize val="0"/>
          <c:extLst>
            <c:ext xmlns:c15="http://schemas.microsoft.com/office/drawing/2012/chart" uri="{CE6537A1-D6FC-4f65-9D91-7224C49458BB}"/>
          </c:extLst>
        </c:dLbl>
      </c:pivotFmt>
      <c:pivotFmt>
        <c:idx val="277"/>
        <c:dLbl>
          <c:idx val="0"/>
          <c:showLegendKey val="0"/>
          <c:showVal val="0"/>
          <c:showCatName val="0"/>
          <c:showSerName val="0"/>
          <c:showPercent val="0"/>
          <c:showBubbleSize val="0"/>
          <c:extLst>
            <c:ext xmlns:c15="http://schemas.microsoft.com/office/drawing/2012/chart" uri="{CE6537A1-D6FC-4f65-9D91-7224C49458BB}"/>
          </c:extLst>
        </c:dLbl>
      </c:pivotFmt>
      <c:pivotFmt>
        <c:idx val="278"/>
        <c:dLbl>
          <c:idx val="0"/>
          <c:showLegendKey val="0"/>
          <c:showVal val="0"/>
          <c:showCatName val="0"/>
          <c:showSerName val="0"/>
          <c:showPercent val="0"/>
          <c:showBubbleSize val="0"/>
          <c:extLst>
            <c:ext xmlns:c15="http://schemas.microsoft.com/office/drawing/2012/chart" uri="{CE6537A1-D6FC-4f65-9D91-7224C49458BB}"/>
          </c:extLst>
        </c:dLbl>
      </c:pivotFmt>
      <c:pivotFmt>
        <c:idx val="279"/>
        <c:dLbl>
          <c:idx val="0"/>
          <c:showLegendKey val="0"/>
          <c:showVal val="0"/>
          <c:showCatName val="0"/>
          <c:showSerName val="0"/>
          <c:showPercent val="0"/>
          <c:showBubbleSize val="0"/>
          <c:extLst>
            <c:ext xmlns:c15="http://schemas.microsoft.com/office/drawing/2012/chart" uri="{CE6537A1-D6FC-4f65-9D91-7224C49458BB}"/>
          </c:extLst>
        </c:dLbl>
      </c:pivotFmt>
      <c:pivotFmt>
        <c:idx val="280"/>
        <c:dLbl>
          <c:idx val="0"/>
          <c:showLegendKey val="0"/>
          <c:showVal val="0"/>
          <c:showCatName val="0"/>
          <c:showSerName val="0"/>
          <c:showPercent val="0"/>
          <c:showBubbleSize val="0"/>
          <c:extLst>
            <c:ext xmlns:c15="http://schemas.microsoft.com/office/drawing/2012/chart" uri="{CE6537A1-D6FC-4f65-9D91-7224C49458BB}"/>
          </c:extLst>
        </c:dLbl>
      </c:pivotFmt>
      <c:pivotFmt>
        <c:idx val="281"/>
        <c:dLbl>
          <c:idx val="0"/>
          <c:showLegendKey val="0"/>
          <c:showVal val="0"/>
          <c:showCatName val="0"/>
          <c:showSerName val="0"/>
          <c:showPercent val="0"/>
          <c:showBubbleSize val="0"/>
          <c:extLst>
            <c:ext xmlns:c15="http://schemas.microsoft.com/office/drawing/2012/chart" uri="{CE6537A1-D6FC-4f65-9D91-7224C49458BB}"/>
          </c:extLst>
        </c:dLbl>
      </c:pivotFmt>
      <c:pivotFmt>
        <c:idx val="282"/>
        <c:dLbl>
          <c:idx val="0"/>
          <c:showLegendKey val="0"/>
          <c:showVal val="0"/>
          <c:showCatName val="0"/>
          <c:showSerName val="0"/>
          <c:showPercent val="0"/>
          <c:showBubbleSize val="0"/>
          <c:extLst>
            <c:ext xmlns:c15="http://schemas.microsoft.com/office/drawing/2012/chart" uri="{CE6537A1-D6FC-4f65-9D91-7224C49458BB}"/>
          </c:extLst>
        </c:dLbl>
      </c:pivotFmt>
      <c:pivotFmt>
        <c:idx val="283"/>
        <c:dLbl>
          <c:idx val="0"/>
          <c:showLegendKey val="0"/>
          <c:showVal val="0"/>
          <c:showCatName val="0"/>
          <c:showSerName val="0"/>
          <c:showPercent val="0"/>
          <c:showBubbleSize val="0"/>
          <c:extLst>
            <c:ext xmlns:c15="http://schemas.microsoft.com/office/drawing/2012/chart" uri="{CE6537A1-D6FC-4f65-9D91-7224C49458BB}"/>
          </c:extLst>
        </c:dLbl>
      </c:pivotFmt>
      <c:pivotFmt>
        <c:idx val="284"/>
        <c:dLbl>
          <c:idx val="0"/>
          <c:showLegendKey val="0"/>
          <c:showVal val="0"/>
          <c:showCatName val="0"/>
          <c:showSerName val="0"/>
          <c:showPercent val="0"/>
          <c:showBubbleSize val="0"/>
          <c:extLst>
            <c:ext xmlns:c15="http://schemas.microsoft.com/office/drawing/2012/chart" uri="{CE6537A1-D6FC-4f65-9D91-7224C49458BB}"/>
          </c:extLst>
        </c:dLbl>
      </c:pivotFmt>
      <c:pivotFmt>
        <c:idx val="285"/>
        <c:dLbl>
          <c:idx val="0"/>
          <c:showLegendKey val="0"/>
          <c:showVal val="0"/>
          <c:showCatName val="0"/>
          <c:showSerName val="0"/>
          <c:showPercent val="0"/>
          <c:showBubbleSize val="0"/>
          <c:extLst>
            <c:ext xmlns:c15="http://schemas.microsoft.com/office/drawing/2012/chart" uri="{CE6537A1-D6FC-4f65-9D91-7224C49458BB}"/>
          </c:extLst>
        </c:dLbl>
      </c:pivotFmt>
      <c:pivotFmt>
        <c:idx val="286"/>
        <c:dLbl>
          <c:idx val="0"/>
          <c:showLegendKey val="0"/>
          <c:showVal val="0"/>
          <c:showCatName val="0"/>
          <c:showSerName val="0"/>
          <c:showPercent val="0"/>
          <c:showBubbleSize val="0"/>
          <c:extLst>
            <c:ext xmlns:c15="http://schemas.microsoft.com/office/drawing/2012/chart" uri="{CE6537A1-D6FC-4f65-9D91-7224C49458BB}"/>
          </c:extLst>
        </c:dLbl>
      </c:pivotFmt>
      <c:pivotFmt>
        <c:idx val="287"/>
        <c:dLbl>
          <c:idx val="0"/>
          <c:showLegendKey val="0"/>
          <c:showVal val="0"/>
          <c:showCatName val="0"/>
          <c:showSerName val="0"/>
          <c:showPercent val="0"/>
          <c:showBubbleSize val="0"/>
          <c:extLst>
            <c:ext xmlns:c15="http://schemas.microsoft.com/office/drawing/2012/chart" uri="{CE6537A1-D6FC-4f65-9D91-7224C49458BB}"/>
          </c:extLst>
        </c:dLbl>
      </c:pivotFmt>
      <c:pivotFmt>
        <c:idx val="288"/>
        <c:dLbl>
          <c:idx val="0"/>
          <c:showLegendKey val="0"/>
          <c:showVal val="0"/>
          <c:showCatName val="0"/>
          <c:showSerName val="0"/>
          <c:showPercent val="0"/>
          <c:showBubbleSize val="0"/>
          <c:extLst>
            <c:ext xmlns:c15="http://schemas.microsoft.com/office/drawing/2012/chart" uri="{CE6537A1-D6FC-4f65-9D91-7224C49458BB}"/>
          </c:extLst>
        </c:dLbl>
      </c:pivotFmt>
      <c:pivotFmt>
        <c:idx val="289"/>
        <c:dLbl>
          <c:idx val="0"/>
          <c:showLegendKey val="0"/>
          <c:showVal val="0"/>
          <c:showCatName val="0"/>
          <c:showSerName val="0"/>
          <c:showPercent val="0"/>
          <c:showBubbleSize val="0"/>
          <c:extLst>
            <c:ext xmlns:c15="http://schemas.microsoft.com/office/drawing/2012/chart" uri="{CE6537A1-D6FC-4f65-9D91-7224C49458BB}"/>
          </c:extLst>
        </c:dLbl>
      </c:pivotFmt>
      <c:pivotFmt>
        <c:idx val="290"/>
        <c:dLbl>
          <c:idx val="0"/>
          <c:showLegendKey val="0"/>
          <c:showVal val="0"/>
          <c:showCatName val="0"/>
          <c:showSerName val="0"/>
          <c:showPercent val="0"/>
          <c:showBubbleSize val="0"/>
          <c:extLst>
            <c:ext xmlns:c15="http://schemas.microsoft.com/office/drawing/2012/chart" uri="{CE6537A1-D6FC-4f65-9D91-7224C49458BB}"/>
          </c:extLst>
        </c:dLbl>
      </c:pivotFmt>
      <c:pivotFmt>
        <c:idx val="291"/>
        <c:dLbl>
          <c:idx val="0"/>
          <c:showLegendKey val="0"/>
          <c:showVal val="0"/>
          <c:showCatName val="0"/>
          <c:showSerName val="0"/>
          <c:showPercent val="0"/>
          <c:showBubbleSize val="0"/>
          <c:extLst>
            <c:ext xmlns:c15="http://schemas.microsoft.com/office/drawing/2012/chart" uri="{CE6537A1-D6FC-4f65-9D91-7224C49458BB}"/>
          </c:extLst>
        </c:dLbl>
      </c:pivotFmt>
      <c:pivotFmt>
        <c:idx val="292"/>
        <c:dLbl>
          <c:idx val="0"/>
          <c:showLegendKey val="0"/>
          <c:showVal val="0"/>
          <c:showCatName val="0"/>
          <c:showSerName val="0"/>
          <c:showPercent val="0"/>
          <c:showBubbleSize val="0"/>
          <c:extLst>
            <c:ext xmlns:c15="http://schemas.microsoft.com/office/drawing/2012/chart" uri="{CE6537A1-D6FC-4f65-9D91-7224C49458BB}"/>
          </c:extLst>
        </c:dLbl>
      </c:pivotFmt>
      <c:pivotFmt>
        <c:idx val="293"/>
        <c:dLbl>
          <c:idx val="0"/>
          <c:showLegendKey val="0"/>
          <c:showVal val="0"/>
          <c:showCatName val="0"/>
          <c:showSerName val="0"/>
          <c:showPercent val="0"/>
          <c:showBubbleSize val="0"/>
          <c:extLst>
            <c:ext xmlns:c15="http://schemas.microsoft.com/office/drawing/2012/chart" uri="{CE6537A1-D6FC-4f65-9D91-7224C49458BB}"/>
          </c:extLst>
        </c:dLbl>
      </c:pivotFmt>
      <c:pivotFmt>
        <c:idx val="294"/>
        <c:dLbl>
          <c:idx val="0"/>
          <c:showLegendKey val="0"/>
          <c:showVal val="0"/>
          <c:showCatName val="0"/>
          <c:showSerName val="0"/>
          <c:showPercent val="0"/>
          <c:showBubbleSize val="0"/>
          <c:extLst>
            <c:ext xmlns:c15="http://schemas.microsoft.com/office/drawing/2012/chart" uri="{CE6537A1-D6FC-4f65-9D91-7224C49458BB}"/>
          </c:extLst>
        </c:dLbl>
      </c:pivotFmt>
      <c:pivotFmt>
        <c:idx val="295"/>
        <c:dLbl>
          <c:idx val="0"/>
          <c:showLegendKey val="0"/>
          <c:showVal val="0"/>
          <c:showCatName val="0"/>
          <c:showSerName val="0"/>
          <c:showPercent val="0"/>
          <c:showBubbleSize val="0"/>
          <c:extLst>
            <c:ext xmlns:c15="http://schemas.microsoft.com/office/drawing/2012/chart" uri="{CE6537A1-D6FC-4f65-9D91-7224C49458BB}"/>
          </c:extLst>
        </c:dLbl>
      </c:pivotFmt>
      <c:pivotFmt>
        <c:idx val="296"/>
        <c:dLbl>
          <c:idx val="0"/>
          <c:showLegendKey val="0"/>
          <c:showVal val="0"/>
          <c:showCatName val="0"/>
          <c:showSerName val="0"/>
          <c:showPercent val="0"/>
          <c:showBubbleSize val="0"/>
          <c:extLst>
            <c:ext xmlns:c15="http://schemas.microsoft.com/office/drawing/2012/chart" uri="{CE6537A1-D6FC-4f65-9D91-7224C49458BB}"/>
          </c:extLst>
        </c:dLbl>
      </c:pivotFmt>
      <c:pivotFmt>
        <c:idx val="297"/>
        <c:dLbl>
          <c:idx val="0"/>
          <c:showLegendKey val="0"/>
          <c:showVal val="0"/>
          <c:showCatName val="0"/>
          <c:showSerName val="0"/>
          <c:showPercent val="0"/>
          <c:showBubbleSize val="0"/>
          <c:extLst>
            <c:ext xmlns:c15="http://schemas.microsoft.com/office/drawing/2012/chart" uri="{CE6537A1-D6FC-4f65-9D91-7224C49458BB}"/>
          </c:extLst>
        </c:dLbl>
      </c:pivotFmt>
      <c:pivotFmt>
        <c:idx val="298"/>
        <c:dLbl>
          <c:idx val="0"/>
          <c:showLegendKey val="0"/>
          <c:showVal val="0"/>
          <c:showCatName val="0"/>
          <c:showSerName val="0"/>
          <c:showPercent val="0"/>
          <c:showBubbleSize val="0"/>
          <c:extLst>
            <c:ext xmlns:c15="http://schemas.microsoft.com/office/drawing/2012/chart" uri="{CE6537A1-D6FC-4f65-9D91-7224C49458BB}"/>
          </c:extLst>
        </c:dLbl>
      </c:pivotFmt>
      <c:pivotFmt>
        <c:idx val="299"/>
        <c:dLbl>
          <c:idx val="0"/>
          <c:showLegendKey val="0"/>
          <c:showVal val="0"/>
          <c:showCatName val="0"/>
          <c:showSerName val="0"/>
          <c:showPercent val="0"/>
          <c:showBubbleSize val="0"/>
          <c:extLst>
            <c:ext xmlns:c15="http://schemas.microsoft.com/office/drawing/2012/chart" uri="{CE6537A1-D6FC-4f65-9D91-7224C49458BB}"/>
          </c:extLst>
        </c:dLbl>
      </c:pivotFmt>
      <c:pivotFmt>
        <c:idx val="300"/>
        <c:dLbl>
          <c:idx val="0"/>
          <c:showLegendKey val="0"/>
          <c:showVal val="0"/>
          <c:showCatName val="0"/>
          <c:showSerName val="0"/>
          <c:showPercent val="0"/>
          <c:showBubbleSize val="0"/>
          <c:extLst>
            <c:ext xmlns:c15="http://schemas.microsoft.com/office/drawing/2012/chart" uri="{CE6537A1-D6FC-4f65-9D91-7224C49458BB}"/>
          </c:extLst>
        </c:dLbl>
      </c:pivotFmt>
      <c:pivotFmt>
        <c:idx val="301"/>
        <c:dLbl>
          <c:idx val="0"/>
          <c:showLegendKey val="0"/>
          <c:showVal val="0"/>
          <c:showCatName val="0"/>
          <c:showSerName val="0"/>
          <c:showPercent val="0"/>
          <c:showBubbleSize val="0"/>
          <c:extLst>
            <c:ext xmlns:c15="http://schemas.microsoft.com/office/drawing/2012/chart" uri="{CE6537A1-D6FC-4f65-9D91-7224C49458BB}"/>
          </c:extLst>
        </c:dLbl>
      </c:pivotFmt>
      <c:pivotFmt>
        <c:idx val="302"/>
        <c:dLbl>
          <c:idx val="0"/>
          <c:showLegendKey val="0"/>
          <c:showVal val="0"/>
          <c:showCatName val="0"/>
          <c:showSerName val="0"/>
          <c:showPercent val="0"/>
          <c:showBubbleSize val="0"/>
          <c:extLst>
            <c:ext xmlns:c15="http://schemas.microsoft.com/office/drawing/2012/chart" uri="{CE6537A1-D6FC-4f65-9D91-7224C49458BB}"/>
          </c:extLst>
        </c:dLbl>
      </c:pivotFmt>
      <c:pivotFmt>
        <c:idx val="303"/>
        <c:dLbl>
          <c:idx val="0"/>
          <c:showLegendKey val="0"/>
          <c:showVal val="0"/>
          <c:showCatName val="0"/>
          <c:showSerName val="0"/>
          <c:showPercent val="0"/>
          <c:showBubbleSize val="0"/>
          <c:extLst>
            <c:ext xmlns:c15="http://schemas.microsoft.com/office/drawing/2012/chart" uri="{CE6537A1-D6FC-4f65-9D91-7224C49458BB}"/>
          </c:extLst>
        </c:dLbl>
      </c:pivotFmt>
      <c:pivotFmt>
        <c:idx val="30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Sheet8!$B$4</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Sheet8!$A$5:$A$7</c:f>
              <c:strCache>
                <c:ptCount val="2"/>
                <c:pt idx="0">
                  <c:v>Member</c:v>
                </c:pt>
                <c:pt idx="1">
                  <c:v>Visitor</c:v>
                </c:pt>
              </c:strCache>
            </c:strRef>
          </c:cat>
          <c:val>
            <c:numRef>
              <c:f>Sheet8!$B$5:$B$7</c:f>
              <c:numCache>
                <c:formatCode>General</c:formatCode>
                <c:ptCount val="2"/>
                <c:pt idx="0">
                  <c:v>3770.0500000000011</c:v>
                </c:pt>
                <c:pt idx="1">
                  <c:v>3711.5599999999995</c:v>
                </c:pt>
              </c:numCache>
            </c:numRef>
          </c:val>
          <c:extLst>
            <c:ext xmlns:c16="http://schemas.microsoft.com/office/drawing/2014/chart" uri="{C3380CC4-5D6E-409C-BE32-E72D297353CC}">
              <c16:uniqueId val="{00000000-6E76-4DA0-844F-91D922E1EF79}"/>
            </c:ext>
          </c:extLst>
        </c:ser>
        <c:dLbls>
          <c:showLegendKey val="0"/>
          <c:showVal val="0"/>
          <c:showCatName val="0"/>
          <c:showSerName val="0"/>
          <c:showPercent val="0"/>
          <c:showBubbleSize val="0"/>
        </c:dLbls>
        <c:gapWidth val="100"/>
        <c:axId val="2136446495"/>
        <c:axId val="2136330335"/>
      </c:barChart>
      <c:catAx>
        <c:axId val="2136446495"/>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136330335"/>
        <c:crosses val="autoZero"/>
        <c:auto val="1"/>
        <c:lblAlgn val="ctr"/>
        <c:lblOffset val="100"/>
        <c:noMultiLvlLbl val="0"/>
      </c:catAx>
      <c:valAx>
        <c:axId val="2136330335"/>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136446495"/>
        <c:crosses val="autoZero"/>
        <c:crossBetween val="between"/>
      </c:valAx>
      <c:spPr>
        <a:noFill/>
        <a:ln>
          <a:noFill/>
        </a:ln>
        <a:effectLst/>
      </c:spPr>
    </c:plotArea>
    <c:legend>
      <c:legendPos val="r"/>
      <c:layout>
        <c:manualLayout>
          <c:xMode val="edge"/>
          <c:yMode val="edge"/>
          <c:x val="0.81147300469483563"/>
          <c:y val="0.49253191469345903"/>
          <c:w val="0.10536001441721193"/>
          <c:h val="0.10528744390822116"/>
        </c:manualLayout>
      </c:layout>
      <c:overlay val="0"/>
      <c:spPr>
        <a:noFill/>
        <a:ln>
          <a:solidFill>
            <a:schemeClr val="tx1"/>
          </a:solid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2"/>
    </a:solidFill>
    <a:ln>
      <a:solidFill>
        <a:schemeClr val="bg1"/>
      </a:solidFill>
    </a:ln>
    <a:effectLst>
      <a:outerShdw blurRad="50800" dist="50800" dir="5400000" algn="ctr" rotWithShape="0">
        <a:schemeClr val="tx2"/>
      </a:outerShdw>
      <a:softEdge rad="12700"/>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[ev scooter 2.xlsx]Sheet6!PivotTable3</c:name>
    <c:fmtId val="13"/>
  </c:pivotSource>
  <c:chart>
    <c:title>
      <c:tx>
        <c:rich>
          <a:bodyPr rot="0" spcFirstLastPara="1" vertOverflow="ellipsis" vert="horz" wrap="square" anchor="ctr" anchorCtr="1"/>
          <a:lstStyle/>
          <a:p>
            <a:pPr>
              <a:defRPr sz="1400" b="0" i="0" u="none" strike="noStrike" kern="1200" spc="0" baseline="0">
                <a:solidFill>
                  <a:schemeClr val="accent2">
                    <a:lumMod val="75000"/>
                  </a:schemeClr>
                </a:solidFill>
                <a:latin typeface="+mn-lt"/>
                <a:ea typeface="+mn-ea"/>
                <a:cs typeface="+mn-cs"/>
              </a:defRPr>
            </a:pPr>
            <a:r>
              <a:rPr lang="en-IN" sz="1400" b="1" i="0" u="sng" strike="noStrike" baseline="0">
                <a:solidFill>
                  <a:srgbClr val="002060"/>
                </a:solidFill>
              </a:rPr>
              <a:t>Distance vs Speed</a:t>
            </a:r>
            <a:endParaRPr lang="en-US" b="1" u="sng">
              <a:solidFill>
                <a:srgbClr val="002060"/>
              </a:solidFill>
            </a:endParaRPr>
          </a:p>
        </c:rich>
      </c:tx>
      <c:layout>
        <c:manualLayout>
          <c:xMode val="edge"/>
          <c:yMode val="edge"/>
          <c:x val="0.33718899036377115"/>
          <c:y val="5.9164479440069993E-2"/>
        </c:manualLayout>
      </c:layout>
      <c:overlay val="0"/>
      <c:spPr>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5400000" scaled="1"/>
          <a:tileRect/>
        </a:gradFill>
        <a:ln>
          <a:noFill/>
        </a:ln>
        <a:effectLst/>
      </c:spPr>
      <c:txPr>
        <a:bodyPr rot="0" spcFirstLastPara="1" vertOverflow="ellipsis" vert="horz" wrap="square" anchor="ctr" anchorCtr="1"/>
        <a:lstStyle/>
        <a:p>
          <a:pPr>
            <a:defRPr sz="1400" b="0" i="0" u="none" strike="noStrike" kern="1200" spc="0" baseline="0">
              <a:solidFill>
                <a:schemeClr val="accent2">
                  <a:lumMod val="7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5"/>
        <c:spPr>
          <a:solidFill>
            <a:schemeClr val="accent1"/>
          </a:solidFill>
          <a:ln w="25400">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6"/>
        <c:spPr>
          <a:solidFill>
            <a:schemeClr val="accent1"/>
          </a:solidFill>
          <a:ln w="25400">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7"/>
        <c:spPr>
          <a:solidFill>
            <a:schemeClr val="accent1"/>
          </a:solidFill>
          <a:ln w="25400">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3904420917189969"/>
          <c:y val="0.17532188684747738"/>
          <c:w val="0.71465807005030235"/>
          <c:h val="0.56772090988626422"/>
        </c:manualLayout>
      </c:layout>
      <c:area3DChart>
        <c:grouping val="stacked"/>
        <c:varyColors val="0"/>
        <c:ser>
          <c:idx val="0"/>
          <c:order val="0"/>
          <c:tx>
            <c:strRef>
              <c:f>Sheet6!$B$1</c:f>
              <c:strCache>
                <c:ptCount val="1"/>
                <c:pt idx="0">
                  <c:v>Total</c:v>
                </c:pt>
              </c:strCache>
            </c:strRef>
          </c:tx>
          <c:spPr>
            <a:solidFill>
              <a:schemeClr val="accent1"/>
            </a:solidFill>
            <a:ln w="25400">
              <a:noFill/>
            </a:ln>
            <a:effectLst/>
            <a:sp3d/>
          </c:spPr>
          <c:cat>
            <c:strRef>
              <c:f>Sheet6!$A$2:$A$69</c:f>
              <c:strCache>
                <c:ptCount val="67"/>
                <c:pt idx="0">
                  <c:v>0.59</c:v>
                </c:pt>
                <c:pt idx="1">
                  <c:v>0.74</c:v>
                </c:pt>
                <c:pt idx="2">
                  <c:v>0.8</c:v>
                </c:pt>
                <c:pt idx="3">
                  <c:v>1.12</c:v>
                </c:pt>
                <c:pt idx="4">
                  <c:v>1.28</c:v>
                </c:pt>
                <c:pt idx="5">
                  <c:v>1.39</c:v>
                </c:pt>
                <c:pt idx="6">
                  <c:v>1.61</c:v>
                </c:pt>
                <c:pt idx="7">
                  <c:v>1.84</c:v>
                </c:pt>
                <c:pt idx="8">
                  <c:v>2</c:v>
                </c:pt>
                <c:pt idx="9">
                  <c:v>2.09</c:v>
                </c:pt>
                <c:pt idx="10">
                  <c:v>2.42</c:v>
                </c:pt>
                <c:pt idx="11">
                  <c:v>2.62</c:v>
                </c:pt>
                <c:pt idx="12">
                  <c:v>2.66</c:v>
                </c:pt>
                <c:pt idx="13">
                  <c:v>2.7</c:v>
                </c:pt>
                <c:pt idx="14">
                  <c:v>2.78</c:v>
                </c:pt>
                <c:pt idx="15">
                  <c:v>2.9</c:v>
                </c:pt>
                <c:pt idx="16">
                  <c:v>3.12</c:v>
                </c:pt>
                <c:pt idx="17">
                  <c:v>3.36</c:v>
                </c:pt>
                <c:pt idx="18">
                  <c:v>3.42</c:v>
                </c:pt>
                <c:pt idx="19">
                  <c:v>3.62</c:v>
                </c:pt>
                <c:pt idx="20">
                  <c:v>3.71</c:v>
                </c:pt>
                <c:pt idx="21">
                  <c:v>3.89</c:v>
                </c:pt>
                <c:pt idx="22">
                  <c:v>3.94</c:v>
                </c:pt>
                <c:pt idx="23">
                  <c:v>4.27</c:v>
                </c:pt>
                <c:pt idx="24">
                  <c:v>4.33</c:v>
                </c:pt>
                <c:pt idx="25">
                  <c:v>4.56</c:v>
                </c:pt>
                <c:pt idx="26">
                  <c:v>4.72</c:v>
                </c:pt>
                <c:pt idx="27">
                  <c:v>4.9</c:v>
                </c:pt>
                <c:pt idx="28">
                  <c:v>5.05</c:v>
                </c:pt>
                <c:pt idx="29">
                  <c:v>5.13</c:v>
                </c:pt>
                <c:pt idx="30">
                  <c:v>5.18</c:v>
                </c:pt>
                <c:pt idx="31">
                  <c:v>5.33</c:v>
                </c:pt>
                <c:pt idx="32">
                  <c:v>5.51</c:v>
                </c:pt>
                <c:pt idx="33">
                  <c:v>5.88</c:v>
                </c:pt>
                <c:pt idx="34">
                  <c:v>6.07</c:v>
                </c:pt>
                <c:pt idx="35">
                  <c:v>6.14</c:v>
                </c:pt>
                <c:pt idx="36">
                  <c:v>6.29</c:v>
                </c:pt>
                <c:pt idx="37">
                  <c:v>6.48</c:v>
                </c:pt>
                <c:pt idx="38">
                  <c:v>6.7</c:v>
                </c:pt>
                <c:pt idx="39">
                  <c:v>7</c:v>
                </c:pt>
                <c:pt idx="40">
                  <c:v>7.19</c:v>
                </c:pt>
                <c:pt idx="41">
                  <c:v>7.33</c:v>
                </c:pt>
                <c:pt idx="42">
                  <c:v>7.62</c:v>
                </c:pt>
                <c:pt idx="43">
                  <c:v>7.68</c:v>
                </c:pt>
                <c:pt idx="44">
                  <c:v>7.94</c:v>
                </c:pt>
                <c:pt idx="45">
                  <c:v>8.09</c:v>
                </c:pt>
                <c:pt idx="46">
                  <c:v>8.21</c:v>
                </c:pt>
                <c:pt idx="47">
                  <c:v>8.51</c:v>
                </c:pt>
                <c:pt idx="48">
                  <c:v>8.84</c:v>
                </c:pt>
                <c:pt idx="49">
                  <c:v>8.91</c:v>
                </c:pt>
                <c:pt idx="50">
                  <c:v>9.09</c:v>
                </c:pt>
                <c:pt idx="51">
                  <c:v>9.44</c:v>
                </c:pt>
                <c:pt idx="52">
                  <c:v>9.54</c:v>
                </c:pt>
                <c:pt idx="53">
                  <c:v>9.73</c:v>
                </c:pt>
                <c:pt idx="54">
                  <c:v>9.81</c:v>
                </c:pt>
                <c:pt idx="55">
                  <c:v>9.88</c:v>
                </c:pt>
                <c:pt idx="56">
                  <c:v>9.96</c:v>
                </c:pt>
                <c:pt idx="57">
                  <c:v>10.27</c:v>
                </c:pt>
                <c:pt idx="58">
                  <c:v>10.38</c:v>
                </c:pt>
                <c:pt idx="59">
                  <c:v>10.58</c:v>
                </c:pt>
                <c:pt idx="60">
                  <c:v>10.77</c:v>
                </c:pt>
                <c:pt idx="61">
                  <c:v>10.82</c:v>
                </c:pt>
                <c:pt idx="62">
                  <c:v>11</c:v>
                </c:pt>
                <c:pt idx="63">
                  <c:v>11.31</c:v>
                </c:pt>
                <c:pt idx="64">
                  <c:v>11.46</c:v>
                </c:pt>
                <c:pt idx="65">
                  <c:v>11.54</c:v>
                </c:pt>
                <c:pt idx="66">
                  <c:v>11.99</c:v>
                </c:pt>
              </c:strCache>
            </c:strRef>
          </c:cat>
          <c:val>
            <c:numRef>
              <c:f>Sheet6!$B$2:$B$69</c:f>
              <c:numCache>
                <c:formatCode>General</c:formatCode>
                <c:ptCount val="67"/>
                <c:pt idx="0">
                  <c:v>19</c:v>
                </c:pt>
                <c:pt idx="1">
                  <c:v>48</c:v>
                </c:pt>
                <c:pt idx="2">
                  <c:v>35</c:v>
                </c:pt>
                <c:pt idx="3">
                  <c:v>30</c:v>
                </c:pt>
                <c:pt idx="4">
                  <c:v>26</c:v>
                </c:pt>
                <c:pt idx="5">
                  <c:v>19</c:v>
                </c:pt>
                <c:pt idx="6">
                  <c:v>44</c:v>
                </c:pt>
                <c:pt idx="7">
                  <c:v>30</c:v>
                </c:pt>
                <c:pt idx="8">
                  <c:v>31</c:v>
                </c:pt>
                <c:pt idx="9">
                  <c:v>32</c:v>
                </c:pt>
                <c:pt idx="10">
                  <c:v>34</c:v>
                </c:pt>
                <c:pt idx="11">
                  <c:v>28</c:v>
                </c:pt>
                <c:pt idx="12">
                  <c:v>19</c:v>
                </c:pt>
                <c:pt idx="13">
                  <c:v>32</c:v>
                </c:pt>
                <c:pt idx="14">
                  <c:v>22</c:v>
                </c:pt>
                <c:pt idx="15">
                  <c:v>28</c:v>
                </c:pt>
                <c:pt idx="16">
                  <c:v>20</c:v>
                </c:pt>
                <c:pt idx="17">
                  <c:v>17</c:v>
                </c:pt>
                <c:pt idx="18">
                  <c:v>21</c:v>
                </c:pt>
                <c:pt idx="19">
                  <c:v>64</c:v>
                </c:pt>
                <c:pt idx="20">
                  <c:v>50</c:v>
                </c:pt>
                <c:pt idx="21">
                  <c:v>48</c:v>
                </c:pt>
                <c:pt idx="22">
                  <c:v>20</c:v>
                </c:pt>
                <c:pt idx="23">
                  <c:v>13</c:v>
                </c:pt>
                <c:pt idx="24">
                  <c:v>32</c:v>
                </c:pt>
                <c:pt idx="25">
                  <c:v>29</c:v>
                </c:pt>
                <c:pt idx="26">
                  <c:v>10</c:v>
                </c:pt>
                <c:pt idx="27">
                  <c:v>29</c:v>
                </c:pt>
                <c:pt idx="28">
                  <c:v>11</c:v>
                </c:pt>
                <c:pt idx="29">
                  <c:v>24</c:v>
                </c:pt>
                <c:pt idx="30">
                  <c:v>42</c:v>
                </c:pt>
                <c:pt idx="31">
                  <c:v>33</c:v>
                </c:pt>
                <c:pt idx="32">
                  <c:v>16</c:v>
                </c:pt>
                <c:pt idx="33">
                  <c:v>23</c:v>
                </c:pt>
                <c:pt idx="34">
                  <c:v>25</c:v>
                </c:pt>
                <c:pt idx="35">
                  <c:v>10</c:v>
                </c:pt>
                <c:pt idx="36">
                  <c:v>23</c:v>
                </c:pt>
                <c:pt idx="37">
                  <c:v>22</c:v>
                </c:pt>
                <c:pt idx="38">
                  <c:v>23</c:v>
                </c:pt>
                <c:pt idx="39">
                  <c:v>31</c:v>
                </c:pt>
                <c:pt idx="40">
                  <c:v>27</c:v>
                </c:pt>
                <c:pt idx="41">
                  <c:v>21</c:v>
                </c:pt>
                <c:pt idx="42">
                  <c:v>11</c:v>
                </c:pt>
                <c:pt idx="43">
                  <c:v>25</c:v>
                </c:pt>
                <c:pt idx="44">
                  <c:v>19</c:v>
                </c:pt>
                <c:pt idx="45">
                  <c:v>32</c:v>
                </c:pt>
                <c:pt idx="46">
                  <c:v>34</c:v>
                </c:pt>
                <c:pt idx="47">
                  <c:v>23</c:v>
                </c:pt>
                <c:pt idx="48">
                  <c:v>33</c:v>
                </c:pt>
                <c:pt idx="49">
                  <c:v>34</c:v>
                </c:pt>
                <c:pt idx="50">
                  <c:v>25</c:v>
                </c:pt>
                <c:pt idx="51">
                  <c:v>33</c:v>
                </c:pt>
                <c:pt idx="52">
                  <c:v>18</c:v>
                </c:pt>
                <c:pt idx="53">
                  <c:v>16</c:v>
                </c:pt>
                <c:pt idx="54">
                  <c:v>15</c:v>
                </c:pt>
                <c:pt idx="55">
                  <c:v>54</c:v>
                </c:pt>
                <c:pt idx="56">
                  <c:v>21</c:v>
                </c:pt>
                <c:pt idx="57">
                  <c:v>50</c:v>
                </c:pt>
                <c:pt idx="58">
                  <c:v>10</c:v>
                </c:pt>
                <c:pt idx="59">
                  <c:v>25</c:v>
                </c:pt>
                <c:pt idx="60">
                  <c:v>30</c:v>
                </c:pt>
                <c:pt idx="61">
                  <c:v>16</c:v>
                </c:pt>
                <c:pt idx="62">
                  <c:v>17</c:v>
                </c:pt>
                <c:pt idx="63">
                  <c:v>28</c:v>
                </c:pt>
                <c:pt idx="64">
                  <c:v>24</c:v>
                </c:pt>
                <c:pt idx="65">
                  <c:v>20</c:v>
                </c:pt>
                <c:pt idx="66">
                  <c:v>26</c:v>
                </c:pt>
              </c:numCache>
            </c:numRef>
          </c:val>
          <c:extLst>
            <c:ext xmlns:c16="http://schemas.microsoft.com/office/drawing/2014/chart" uri="{C3380CC4-5D6E-409C-BE32-E72D297353CC}">
              <c16:uniqueId val="{00000000-6701-4179-AD9F-0E13F71349B3}"/>
            </c:ext>
          </c:extLst>
        </c:ser>
        <c:dLbls>
          <c:showLegendKey val="0"/>
          <c:showVal val="0"/>
          <c:showCatName val="0"/>
          <c:showSerName val="0"/>
          <c:showPercent val="0"/>
          <c:showBubbleSize val="0"/>
        </c:dLbls>
        <c:axId val="1914994064"/>
        <c:axId val="1914995984"/>
        <c:axId val="0"/>
      </c:area3DChart>
      <c:catAx>
        <c:axId val="191499406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solidFill>
                      <a:schemeClr val="tx1"/>
                    </a:solidFill>
                  </a:rPr>
                  <a:t>Distance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1914995984"/>
        <c:crosses val="autoZero"/>
        <c:auto val="1"/>
        <c:lblAlgn val="ctr"/>
        <c:lblOffset val="100"/>
        <c:noMultiLvlLbl val="0"/>
      </c:catAx>
      <c:valAx>
        <c:axId val="19149959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solidFill>
                      <a:schemeClr val="tx1"/>
                    </a:solidFill>
                  </a:rPr>
                  <a:t>Average</a:t>
                </a:r>
                <a:r>
                  <a:rPr lang="en-IN" b="1" baseline="0">
                    <a:solidFill>
                      <a:schemeClr val="tx1"/>
                    </a:solidFill>
                  </a:rPr>
                  <a:t> of Speed</a:t>
                </a:r>
                <a:endParaRPr lang="en-IN" b="1">
                  <a:solidFill>
                    <a:schemeClr val="tx1"/>
                  </a:solidFill>
                </a:endParaRPr>
              </a:p>
            </c:rich>
          </c:tx>
          <c:layout>
            <c:manualLayout>
              <c:xMode val="edge"/>
              <c:yMode val="edge"/>
              <c:x val="4.1020558405809031E-2"/>
              <c:y val="0.2303032013471434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4994064"/>
        <c:crosses val="autoZero"/>
        <c:crossBetween val="midCat"/>
      </c:valAx>
      <c:spPr>
        <a:noFill/>
        <a:ln>
          <a:noFill/>
        </a:ln>
        <a:effectLst/>
      </c:spPr>
    </c:plotArea>
    <c:legend>
      <c:legendPos val="r"/>
      <c:layout>
        <c:manualLayout>
          <c:xMode val="edge"/>
          <c:yMode val="edge"/>
          <c:x val="0.78417201624219712"/>
          <c:y val="4.7372411781860607E-2"/>
          <c:w val="0.10425869022469753"/>
          <c:h val="0.1052874439082211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2"/>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[ev scooter 2.xlsx]Sheet7!PivotTable4</c:name>
    <c:fmtId val="21"/>
  </c:pivotSource>
  <c:chart>
    <c:title>
      <c:tx>
        <c:rich>
          <a:bodyPr rot="0" spcFirstLastPara="1" vertOverflow="ellipsis" vert="horz" wrap="square" anchor="ctr" anchorCtr="1"/>
          <a:lstStyle/>
          <a:p>
            <a:pPr>
              <a:defRPr sz="1600" b="1" i="0" u="sng" strike="noStrike" kern="1200" baseline="0">
                <a:solidFill>
                  <a:srgbClr val="002060"/>
                </a:solidFill>
                <a:latin typeface="+mn-lt"/>
                <a:ea typeface="+mn-ea"/>
                <a:cs typeface="+mn-cs"/>
              </a:defRPr>
            </a:pPr>
            <a:r>
              <a:rPr lang="en-IN" sz="1600" b="1" i="0" u="sng" strike="noStrike" baseline="0" dirty="0">
                <a:solidFill>
                  <a:srgbClr val="002060"/>
                </a:solidFill>
              </a:rPr>
              <a:t>Rentals by Weather Type</a:t>
            </a:r>
            <a:endParaRPr lang="en-US" u="sng" dirty="0">
              <a:solidFill>
                <a:srgbClr val="002060"/>
              </a:solidFill>
            </a:endParaRPr>
          </a:p>
        </c:rich>
      </c:tx>
      <c:layout>
        <c:manualLayout>
          <c:xMode val="edge"/>
          <c:yMode val="edge"/>
          <c:x val="0.29678380480217753"/>
          <c:y val="4.1415168380825367E-2"/>
        </c:manualLayout>
      </c:layout>
      <c:overlay val="0"/>
      <c:spPr>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5400000" scaled="1"/>
          <a:tileRect/>
        </a:gradFill>
        <a:ln>
          <a:noFill/>
        </a:ln>
        <a:effectLst/>
      </c:spPr>
      <c:txPr>
        <a:bodyPr rot="0" spcFirstLastPara="1" vertOverflow="ellipsis" vert="horz" wrap="square" anchor="ctr" anchorCtr="1"/>
        <a:lstStyle/>
        <a:p>
          <a:pPr>
            <a:defRPr sz="1600" b="1" i="0" u="sng" strike="noStrike" kern="1200" baseline="0">
              <a:solidFill>
                <a:srgbClr val="002060"/>
              </a:solidFill>
              <a:latin typeface="+mn-lt"/>
              <a:ea typeface="+mn-ea"/>
              <a:cs typeface="+mn-cs"/>
            </a:defRPr>
          </a:pPr>
          <a:endParaRPr lang="en-US"/>
        </a:p>
      </c:txPr>
    </c:title>
    <c:autoTitleDeleted val="0"/>
    <c:pivotFmts>
      <c:pivotFmt>
        <c:idx val="0"/>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c:spPr>
        <c:marker>
          <c:symbol val="circle"/>
          <c:size val="6"/>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Sheet7!$B$1</c:f>
              <c:strCache>
                <c:ptCount val="1"/>
                <c:pt idx="0">
                  <c:v>Total</c:v>
                </c:pt>
              </c:strCache>
            </c:strRef>
          </c:tx>
          <c:spPr>
            <a:gradFill rotWithShape="1">
              <a:gsLst>
                <a:gs pos="0">
                  <a:schemeClr val="dk1">
                    <a:tint val="88500"/>
                    <a:satMod val="103000"/>
                    <a:lumMod val="102000"/>
                    <a:tint val="94000"/>
                  </a:schemeClr>
                </a:gs>
                <a:gs pos="50000">
                  <a:schemeClr val="dk1">
                    <a:tint val="88500"/>
                    <a:satMod val="110000"/>
                    <a:lumMod val="100000"/>
                    <a:shade val="100000"/>
                  </a:schemeClr>
                </a:gs>
                <a:gs pos="100000">
                  <a:schemeClr val="dk1">
                    <a:tint val="88500"/>
                    <a:lumMod val="99000"/>
                    <a:satMod val="120000"/>
                    <a:shade val="78000"/>
                  </a:schemeClr>
                </a:gs>
              </a:gsLst>
              <a:lin ang="5400000" scaled="0"/>
            </a:gradFill>
            <a:ln>
              <a:noFill/>
            </a:ln>
            <a:effectLst/>
          </c:spPr>
          <c:invertIfNegative val="0"/>
          <c:cat>
            <c:strRef>
              <c:f>Sheet7!$A$2:$A$5</c:f>
              <c:strCache>
                <c:ptCount val="3"/>
                <c:pt idx="0">
                  <c:v>Cloudy</c:v>
                </c:pt>
                <c:pt idx="1">
                  <c:v>Rainy</c:v>
                </c:pt>
                <c:pt idx="2">
                  <c:v>Sunny</c:v>
                </c:pt>
              </c:strCache>
            </c:strRef>
          </c:cat>
          <c:val>
            <c:numRef>
              <c:f>Sheet7!$B$2:$B$5</c:f>
              <c:numCache>
                <c:formatCode>General</c:formatCode>
                <c:ptCount val="3"/>
                <c:pt idx="0">
                  <c:v>56</c:v>
                </c:pt>
                <c:pt idx="1">
                  <c:v>37</c:v>
                </c:pt>
                <c:pt idx="2">
                  <c:v>57</c:v>
                </c:pt>
              </c:numCache>
            </c:numRef>
          </c:val>
          <c:extLst>
            <c:ext xmlns:c16="http://schemas.microsoft.com/office/drawing/2014/chart" uri="{C3380CC4-5D6E-409C-BE32-E72D297353CC}">
              <c16:uniqueId val="{00000000-7C32-42C7-9D22-0C38C2434495}"/>
            </c:ext>
          </c:extLst>
        </c:ser>
        <c:dLbls>
          <c:showLegendKey val="0"/>
          <c:showVal val="0"/>
          <c:showCatName val="0"/>
          <c:showSerName val="0"/>
          <c:showPercent val="0"/>
          <c:showBubbleSize val="0"/>
        </c:dLbls>
        <c:gapWidth val="100"/>
        <c:axId val="219059952"/>
        <c:axId val="219068112"/>
      </c:barChart>
      <c:catAx>
        <c:axId val="219059952"/>
        <c:scaling>
          <c:orientation val="minMax"/>
        </c:scaling>
        <c:delete val="0"/>
        <c:axPos val="l"/>
        <c:numFmt formatCode="General" sourceLinked="1"/>
        <c:majorTickMark val="none"/>
        <c:minorTickMark val="none"/>
        <c:tickLblPos val="nextTo"/>
        <c:spPr>
          <a:solidFill>
            <a:schemeClr val="tx2"/>
          </a:solid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19068112"/>
        <c:crosses val="autoZero"/>
        <c:auto val="1"/>
        <c:lblAlgn val="ctr"/>
        <c:lblOffset val="100"/>
        <c:noMultiLvlLbl val="0"/>
      </c:catAx>
      <c:valAx>
        <c:axId val="219068112"/>
        <c:scaling>
          <c:orientation val="minMax"/>
        </c:scaling>
        <c:delete val="0"/>
        <c:axPos val="b"/>
        <c:majorGridlines>
          <c:spPr>
            <a:ln w="9525" cap="flat" cmpd="sng" algn="ctr">
              <a:solidFill>
                <a:schemeClr val="tx2">
                  <a:lumMod val="15000"/>
                  <a:lumOff val="85000"/>
                </a:schemeClr>
              </a:solidFill>
              <a:round/>
            </a:ln>
            <a:effectLst/>
          </c:spPr>
        </c:majorGridlines>
        <c:title>
          <c:tx>
            <c:rich>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r>
                  <a:rPr lang="en-IN" sz="900" b="1" i="0" u="none" strike="noStrike" baseline="0">
                    <a:solidFill>
                      <a:schemeClr val="tx1"/>
                    </a:solidFill>
                  </a:rPr>
                  <a:t>Count of Rent_ID</a:t>
                </a:r>
                <a:endParaRPr lang="en-IN" b="1">
                  <a:solidFill>
                    <a:schemeClr val="tx1"/>
                  </a:solidFill>
                </a:endParaRPr>
              </a:p>
            </c:rich>
          </c:tx>
          <c:layout>
            <c:manualLayout>
              <c:xMode val="edge"/>
              <c:yMode val="edge"/>
              <c:x val="0.44021766065368989"/>
              <c:y val="0.8718747896897503"/>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219059952"/>
        <c:crosses val="autoZero"/>
        <c:crossBetween val="between"/>
      </c:valAx>
      <c:spPr>
        <a:noFill/>
        <a:ln>
          <a:noFill/>
        </a:ln>
        <a:effectLst/>
      </c:spPr>
    </c:plotArea>
    <c:legend>
      <c:legendPos val="r"/>
      <c:layout>
        <c:manualLayout>
          <c:xMode val="edge"/>
          <c:yMode val="edge"/>
          <c:x val="0.83221768575224397"/>
          <c:y val="2.423452768729642E-3"/>
          <c:w val="0.1399987038657205"/>
          <c:h val="9.6757136628279769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2"/>
    </a:solidFill>
    <a:ln w="9525" cap="flat" cmpd="sng" algn="ctr">
      <a:solidFill>
        <a:schemeClr val="tx2">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[ev scooter 2.xlsx]Sheet9!PivotTable6</c:name>
    <c:fmtId val="16"/>
  </c:pivotSource>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n-IN" b="1" u="sng">
                <a:solidFill>
                  <a:srgbClr val="002060"/>
                </a:solidFill>
              </a:rPr>
              <a:t>Battery</a:t>
            </a:r>
            <a:r>
              <a:rPr lang="en-IN" b="1" u="sng" baseline="0">
                <a:solidFill>
                  <a:srgbClr val="002060"/>
                </a:solidFill>
              </a:rPr>
              <a:t> Level Distribution</a:t>
            </a:r>
            <a:endParaRPr lang="en-IN" b="1" u="sng">
              <a:solidFill>
                <a:srgbClr val="002060"/>
              </a:solidFill>
            </a:endParaRPr>
          </a:p>
        </c:rich>
      </c:tx>
      <c:layout>
        <c:manualLayout>
          <c:xMode val="edge"/>
          <c:yMode val="edge"/>
          <c:x val="0.32961132173293151"/>
          <c:y val="0.12427977121752289"/>
        </c:manualLayout>
      </c:layout>
      <c:overlay val="0"/>
      <c:spPr>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5400000" scaled="1"/>
          <a:tileRect/>
        </a:grad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n-IN"/>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dLbl>
          <c:idx val="0"/>
          <c:showLegendKey val="0"/>
          <c:showVal val="0"/>
          <c:showCatName val="0"/>
          <c:showSerName val="0"/>
          <c:showPercent val="0"/>
          <c:showBubbleSize val="0"/>
          <c:extLst>
            <c:ext xmlns:c15="http://schemas.microsoft.com/office/drawing/2012/chart" uri="{CE6537A1-D6FC-4f65-9D91-7224C49458BB}"/>
          </c:extLst>
        </c:dLbl>
      </c:pivotFmt>
      <c:pivotFmt>
        <c:idx val="8"/>
        <c:dLbl>
          <c:idx val="0"/>
          <c:showLegendKey val="0"/>
          <c:showVal val="0"/>
          <c:showCatName val="0"/>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dLbl>
          <c:idx val="0"/>
          <c:showLegendKey val="0"/>
          <c:showVal val="0"/>
          <c:showCatName val="0"/>
          <c:showSerName val="0"/>
          <c:showPercent val="0"/>
          <c:showBubbleSize val="0"/>
          <c:extLst>
            <c:ext xmlns:c15="http://schemas.microsoft.com/office/drawing/2012/chart" uri="{CE6537A1-D6FC-4f65-9D91-7224C49458BB}"/>
          </c:extLst>
        </c:dLbl>
      </c:pivotFmt>
      <c:pivotFmt>
        <c:idx val="11"/>
        <c:dLbl>
          <c:idx val="0"/>
          <c:showLegendKey val="0"/>
          <c:showVal val="0"/>
          <c:showCatName val="0"/>
          <c:showSerName val="0"/>
          <c:showPercent val="0"/>
          <c:showBubbleSize val="0"/>
          <c:extLst>
            <c:ext xmlns:c15="http://schemas.microsoft.com/office/drawing/2012/chart" uri="{CE6537A1-D6FC-4f65-9D91-7224C49458BB}"/>
          </c:extLst>
        </c:dLbl>
      </c:pivotFmt>
      <c:pivotFmt>
        <c:idx val="12"/>
        <c:dLbl>
          <c:idx val="0"/>
          <c:showLegendKey val="0"/>
          <c:showVal val="0"/>
          <c:showCatName val="0"/>
          <c:showSerName val="0"/>
          <c:showPercent val="0"/>
          <c:showBubbleSize val="0"/>
          <c:extLst>
            <c:ext xmlns:c15="http://schemas.microsoft.com/office/drawing/2012/chart" uri="{CE6537A1-D6FC-4f65-9D91-7224C49458BB}"/>
          </c:extLst>
        </c:dLbl>
      </c:pivotFmt>
      <c:pivotFmt>
        <c:idx val="13"/>
        <c:dLbl>
          <c:idx val="0"/>
          <c:showLegendKey val="0"/>
          <c:showVal val="0"/>
          <c:showCatName val="0"/>
          <c:showSerName val="0"/>
          <c:showPercent val="0"/>
          <c:showBubbleSize val="0"/>
          <c:extLst>
            <c:ext xmlns:c15="http://schemas.microsoft.com/office/drawing/2012/chart" uri="{CE6537A1-D6FC-4f65-9D91-7224C49458BB}"/>
          </c:extLst>
        </c:dLbl>
      </c:pivotFmt>
      <c:pivotFmt>
        <c:idx val="14"/>
        <c:dLbl>
          <c:idx val="0"/>
          <c:showLegendKey val="0"/>
          <c:showVal val="0"/>
          <c:showCatName val="0"/>
          <c:showSerName val="0"/>
          <c:showPercent val="0"/>
          <c:showBubbleSize val="0"/>
          <c:extLst>
            <c:ext xmlns:c15="http://schemas.microsoft.com/office/drawing/2012/chart" uri="{CE6537A1-D6FC-4f65-9D91-7224C49458BB}"/>
          </c:extLst>
        </c:dLbl>
      </c:pivotFmt>
      <c:pivotFmt>
        <c:idx val="15"/>
        <c:dLbl>
          <c:idx val="0"/>
          <c:showLegendKey val="0"/>
          <c:showVal val="0"/>
          <c:showCatName val="0"/>
          <c:showSerName val="0"/>
          <c:showPercent val="0"/>
          <c:showBubbleSize val="0"/>
          <c:extLst>
            <c:ext xmlns:c15="http://schemas.microsoft.com/office/drawing/2012/chart" uri="{CE6537A1-D6FC-4f65-9D91-7224C49458BB}"/>
          </c:extLst>
        </c:dLbl>
      </c:pivotFmt>
      <c:pivotFmt>
        <c:idx val="16"/>
        <c:dLbl>
          <c:idx val="0"/>
          <c:showLegendKey val="0"/>
          <c:showVal val="0"/>
          <c:showCatName val="0"/>
          <c:showSerName val="0"/>
          <c:showPercent val="0"/>
          <c:showBubbleSize val="0"/>
          <c:extLst>
            <c:ext xmlns:c15="http://schemas.microsoft.com/office/drawing/2012/chart" uri="{CE6537A1-D6FC-4f65-9D91-7224C49458BB}"/>
          </c:extLst>
        </c:dLbl>
      </c:pivotFmt>
      <c:pivotFmt>
        <c:idx val="17"/>
        <c:dLbl>
          <c:idx val="0"/>
          <c:showLegendKey val="0"/>
          <c:showVal val="0"/>
          <c:showCatName val="0"/>
          <c:showSerName val="0"/>
          <c:showPercent val="0"/>
          <c:showBubbleSize val="0"/>
          <c:extLst>
            <c:ext xmlns:c15="http://schemas.microsoft.com/office/drawing/2012/chart" uri="{CE6537A1-D6FC-4f65-9D91-7224C49458BB}"/>
          </c:extLst>
        </c:dLbl>
      </c:pivotFmt>
      <c:pivotFmt>
        <c:idx val="18"/>
        <c:dLbl>
          <c:idx val="0"/>
          <c:showLegendKey val="0"/>
          <c:showVal val="0"/>
          <c:showCatName val="0"/>
          <c:showSerName val="0"/>
          <c:showPercent val="0"/>
          <c:showBubbleSize val="0"/>
          <c:extLst>
            <c:ext xmlns:c15="http://schemas.microsoft.com/office/drawing/2012/chart" uri="{CE6537A1-D6FC-4f65-9D91-7224C49458BB}"/>
          </c:extLst>
        </c:dLbl>
      </c:pivotFmt>
      <c:pivotFmt>
        <c:idx val="19"/>
        <c:dLbl>
          <c:idx val="0"/>
          <c:showLegendKey val="0"/>
          <c:showVal val="0"/>
          <c:showCatName val="0"/>
          <c:showSerName val="0"/>
          <c:showPercent val="0"/>
          <c:showBubbleSize val="0"/>
          <c:extLst>
            <c:ext xmlns:c15="http://schemas.microsoft.com/office/drawing/2012/chart" uri="{CE6537A1-D6FC-4f65-9D91-7224C49458BB}"/>
          </c:extLst>
        </c:dLbl>
      </c:pivotFmt>
      <c:pivotFmt>
        <c:idx val="20"/>
        <c:dLbl>
          <c:idx val="0"/>
          <c:showLegendKey val="0"/>
          <c:showVal val="0"/>
          <c:showCatName val="0"/>
          <c:showSerName val="0"/>
          <c:showPercent val="0"/>
          <c:showBubbleSize val="0"/>
          <c:extLst>
            <c:ext xmlns:c15="http://schemas.microsoft.com/office/drawing/2012/chart" uri="{CE6537A1-D6FC-4f65-9D91-7224C49458BB}"/>
          </c:extLst>
        </c:dLbl>
      </c:pivotFmt>
      <c:pivotFmt>
        <c:idx val="21"/>
        <c:dLbl>
          <c:idx val="0"/>
          <c:showLegendKey val="0"/>
          <c:showVal val="0"/>
          <c:showCatName val="0"/>
          <c:showSerName val="0"/>
          <c:showPercent val="0"/>
          <c:showBubbleSize val="0"/>
          <c:extLst>
            <c:ext xmlns:c15="http://schemas.microsoft.com/office/drawing/2012/chart" uri="{CE6537A1-D6FC-4f65-9D91-7224C49458BB}"/>
          </c:extLst>
        </c:dLbl>
      </c:pivotFmt>
      <c:pivotFmt>
        <c:idx val="22"/>
        <c:dLbl>
          <c:idx val="0"/>
          <c:showLegendKey val="0"/>
          <c:showVal val="0"/>
          <c:showCatName val="0"/>
          <c:showSerName val="0"/>
          <c:showPercent val="0"/>
          <c:showBubbleSize val="0"/>
          <c:extLst>
            <c:ext xmlns:c15="http://schemas.microsoft.com/office/drawing/2012/chart" uri="{CE6537A1-D6FC-4f65-9D91-7224C49458BB}"/>
          </c:extLst>
        </c:dLbl>
      </c:pivotFmt>
      <c:pivotFmt>
        <c:idx val="23"/>
        <c:dLbl>
          <c:idx val="0"/>
          <c:showLegendKey val="0"/>
          <c:showVal val="0"/>
          <c:showCatName val="0"/>
          <c:showSerName val="0"/>
          <c:showPercent val="0"/>
          <c:showBubbleSize val="0"/>
          <c:extLst>
            <c:ext xmlns:c15="http://schemas.microsoft.com/office/drawing/2012/chart" uri="{CE6537A1-D6FC-4f65-9D91-7224C49458BB}"/>
          </c:extLst>
        </c:dLbl>
      </c:pivotFmt>
      <c:pivotFmt>
        <c:idx val="24"/>
        <c:dLbl>
          <c:idx val="0"/>
          <c:showLegendKey val="0"/>
          <c:showVal val="0"/>
          <c:showCatName val="0"/>
          <c:showSerName val="0"/>
          <c:showPercent val="0"/>
          <c:showBubbleSize val="0"/>
          <c:extLst>
            <c:ext xmlns:c15="http://schemas.microsoft.com/office/drawing/2012/chart" uri="{CE6537A1-D6FC-4f65-9D91-7224C49458BB}"/>
          </c:extLst>
        </c:dLbl>
      </c:pivotFmt>
      <c:pivotFmt>
        <c:idx val="25"/>
        <c:dLbl>
          <c:idx val="0"/>
          <c:showLegendKey val="0"/>
          <c:showVal val="0"/>
          <c:showCatName val="0"/>
          <c:showSerName val="0"/>
          <c:showPercent val="0"/>
          <c:showBubbleSize val="0"/>
          <c:extLst>
            <c:ext xmlns:c15="http://schemas.microsoft.com/office/drawing/2012/chart" uri="{CE6537A1-D6FC-4f65-9D91-7224C49458BB}"/>
          </c:extLst>
        </c:dLbl>
      </c:pivotFmt>
      <c:pivotFmt>
        <c:idx val="26"/>
        <c:dLbl>
          <c:idx val="0"/>
          <c:showLegendKey val="0"/>
          <c:showVal val="0"/>
          <c:showCatName val="0"/>
          <c:showSerName val="0"/>
          <c:showPercent val="0"/>
          <c:showBubbleSize val="0"/>
          <c:extLst>
            <c:ext xmlns:c15="http://schemas.microsoft.com/office/drawing/2012/chart" uri="{CE6537A1-D6FC-4f65-9D91-7224C49458BB}"/>
          </c:extLst>
        </c:dLbl>
      </c:pivotFmt>
      <c:pivotFmt>
        <c:idx val="27"/>
        <c:dLbl>
          <c:idx val="0"/>
          <c:showLegendKey val="0"/>
          <c:showVal val="0"/>
          <c:showCatName val="0"/>
          <c:showSerName val="0"/>
          <c:showPercent val="0"/>
          <c:showBubbleSize val="0"/>
          <c:extLst>
            <c:ext xmlns:c15="http://schemas.microsoft.com/office/drawing/2012/chart" uri="{CE6537A1-D6FC-4f65-9D91-7224C49458BB}"/>
          </c:extLst>
        </c:dLbl>
      </c:pivotFmt>
      <c:pivotFmt>
        <c:idx val="28"/>
        <c:dLbl>
          <c:idx val="0"/>
          <c:showLegendKey val="0"/>
          <c:showVal val="0"/>
          <c:showCatName val="0"/>
          <c:showSerName val="0"/>
          <c:showPercent val="0"/>
          <c:showBubbleSize val="0"/>
          <c:extLst>
            <c:ext xmlns:c15="http://schemas.microsoft.com/office/drawing/2012/chart" uri="{CE6537A1-D6FC-4f65-9D91-7224C49458BB}"/>
          </c:extLst>
        </c:dLbl>
      </c:pivotFmt>
      <c:pivotFmt>
        <c:idx val="29"/>
        <c:dLbl>
          <c:idx val="0"/>
          <c:showLegendKey val="0"/>
          <c:showVal val="0"/>
          <c:showCatName val="0"/>
          <c:showSerName val="0"/>
          <c:showPercent val="0"/>
          <c:showBubbleSize val="0"/>
          <c:extLst>
            <c:ext xmlns:c15="http://schemas.microsoft.com/office/drawing/2012/chart" uri="{CE6537A1-D6FC-4f65-9D91-7224C49458BB}"/>
          </c:extLst>
        </c:dLbl>
      </c:pivotFmt>
      <c:pivotFmt>
        <c:idx val="30"/>
        <c:dLbl>
          <c:idx val="0"/>
          <c:showLegendKey val="0"/>
          <c:showVal val="0"/>
          <c:showCatName val="0"/>
          <c:showSerName val="0"/>
          <c:showPercent val="0"/>
          <c:showBubbleSize val="0"/>
          <c:extLst>
            <c:ext xmlns:c15="http://schemas.microsoft.com/office/drawing/2012/chart" uri="{CE6537A1-D6FC-4f65-9D91-7224C49458BB}"/>
          </c:extLst>
        </c:dLbl>
      </c:pivotFmt>
      <c:pivotFmt>
        <c:idx val="31"/>
        <c:dLbl>
          <c:idx val="0"/>
          <c:showLegendKey val="0"/>
          <c:showVal val="0"/>
          <c:showCatName val="0"/>
          <c:showSerName val="0"/>
          <c:showPercent val="0"/>
          <c:showBubbleSize val="0"/>
          <c:extLst>
            <c:ext xmlns:c15="http://schemas.microsoft.com/office/drawing/2012/chart" uri="{CE6537A1-D6FC-4f65-9D91-7224C49458BB}"/>
          </c:extLst>
        </c:dLbl>
      </c:pivotFmt>
      <c:pivotFmt>
        <c:idx val="32"/>
        <c:dLbl>
          <c:idx val="0"/>
          <c:showLegendKey val="0"/>
          <c:showVal val="0"/>
          <c:showCatName val="0"/>
          <c:showSerName val="0"/>
          <c:showPercent val="0"/>
          <c:showBubbleSize val="0"/>
          <c:extLst>
            <c:ext xmlns:c15="http://schemas.microsoft.com/office/drawing/2012/chart" uri="{CE6537A1-D6FC-4f65-9D91-7224C49458BB}"/>
          </c:extLst>
        </c:dLbl>
      </c:pivotFmt>
      <c:pivotFmt>
        <c:idx val="33"/>
        <c:dLbl>
          <c:idx val="0"/>
          <c:showLegendKey val="0"/>
          <c:showVal val="0"/>
          <c:showCatName val="0"/>
          <c:showSerName val="0"/>
          <c:showPercent val="0"/>
          <c:showBubbleSize val="0"/>
          <c:extLst>
            <c:ext xmlns:c15="http://schemas.microsoft.com/office/drawing/2012/chart" uri="{CE6537A1-D6FC-4f65-9D91-7224C49458BB}"/>
          </c:extLst>
        </c:dLbl>
      </c:pivotFmt>
      <c:pivotFmt>
        <c:idx val="34"/>
        <c:dLbl>
          <c:idx val="0"/>
          <c:showLegendKey val="0"/>
          <c:showVal val="0"/>
          <c:showCatName val="0"/>
          <c:showSerName val="0"/>
          <c:showPercent val="0"/>
          <c:showBubbleSize val="0"/>
          <c:extLst>
            <c:ext xmlns:c15="http://schemas.microsoft.com/office/drawing/2012/chart" uri="{CE6537A1-D6FC-4f65-9D91-7224C49458BB}"/>
          </c:extLst>
        </c:dLbl>
      </c:pivotFmt>
      <c:pivotFmt>
        <c:idx val="35"/>
        <c:dLbl>
          <c:idx val="0"/>
          <c:showLegendKey val="0"/>
          <c:showVal val="0"/>
          <c:showCatName val="0"/>
          <c:showSerName val="0"/>
          <c:showPercent val="0"/>
          <c:showBubbleSize val="0"/>
          <c:extLst>
            <c:ext xmlns:c15="http://schemas.microsoft.com/office/drawing/2012/chart" uri="{CE6537A1-D6FC-4f65-9D91-7224C49458BB}"/>
          </c:extLst>
        </c:dLbl>
      </c:pivotFmt>
      <c:pivotFmt>
        <c:idx val="36"/>
        <c:dLbl>
          <c:idx val="0"/>
          <c:showLegendKey val="0"/>
          <c:showVal val="0"/>
          <c:showCatName val="0"/>
          <c:showSerName val="0"/>
          <c:showPercent val="0"/>
          <c:showBubbleSize val="0"/>
          <c:extLst>
            <c:ext xmlns:c15="http://schemas.microsoft.com/office/drawing/2012/chart" uri="{CE6537A1-D6FC-4f65-9D91-7224C49458BB}"/>
          </c:extLst>
        </c:dLbl>
      </c:pivotFmt>
      <c:pivotFmt>
        <c:idx val="37"/>
        <c:dLbl>
          <c:idx val="0"/>
          <c:showLegendKey val="0"/>
          <c:showVal val="0"/>
          <c:showCatName val="0"/>
          <c:showSerName val="0"/>
          <c:showPercent val="0"/>
          <c:showBubbleSize val="0"/>
          <c:extLst>
            <c:ext xmlns:c15="http://schemas.microsoft.com/office/drawing/2012/chart" uri="{CE6537A1-D6FC-4f65-9D91-7224C49458BB}"/>
          </c:extLst>
        </c:dLbl>
      </c:pivotFmt>
      <c:pivotFmt>
        <c:idx val="38"/>
        <c:dLbl>
          <c:idx val="0"/>
          <c:showLegendKey val="0"/>
          <c:showVal val="0"/>
          <c:showCatName val="0"/>
          <c:showSerName val="0"/>
          <c:showPercent val="0"/>
          <c:showBubbleSize val="0"/>
          <c:extLst>
            <c:ext xmlns:c15="http://schemas.microsoft.com/office/drawing/2012/chart" uri="{CE6537A1-D6FC-4f65-9D91-7224C49458BB}"/>
          </c:extLst>
        </c:dLbl>
      </c:pivotFmt>
      <c:pivotFmt>
        <c:idx val="39"/>
        <c:dLbl>
          <c:idx val="0"/>
          <c:showLegendKey val="0"/>
          <c:showVal val="0"/>
          <c:showCatName val="0"/>
          <c:showSerName val="0"/>
          <c:showPercent val="0"/>
          <c:showBubbleSize val="0"/>
          <c:extLst>
            <c:ext xmlns:c15="http://schemas.microsoft.com/office/drawing/2012/chart" uri="{CE6537A1-D6FC-4f65-9D91-7224C49458BB}"/>
          </c:extLst>
        </c:dLbl>
      </c:pivotFmt>
      <c:pivotFmt>
        <c:idx val="40"/>
        <c:dLbl>
          <c:idx val="0"/>
          <c:showLegendKey val="0"/>
          <c:showVal val="0"/>
          <c:showCatName val="0"/>
          <c:showSerName val="0"/>
          <c:showPercent val="0"/>
          <c:showBubbleSize val="0"/>
          <c:extLst>
            <c:ext xmlns:c15="http://schemas.microsoft.com/office/drawing/2012/chart" uri="{CE6537A1-D6FC-4f65-9D91-7224C49458BB}"/>
          </c:extLst>
        </c:dLbl>
      </c:pivotFmt>
      <c:pivotFmt>
        <c:idx val="41"/>
        <c:dLbl>
          <c:idx val="0"/>
          <c:showLegendKey val="0"/>
          <c:showVal val="0"/>
          <c:showCatName val="0"/>
          <c:showSerName val="0"/>
          <c:showPercent val="0"/>
          <c:showBubbleSize val="0"/>
          <c:extLst>
            <c:ext xmlns:c15="http://schemas.microsoft.com/office/drawing/2012/chart" uri="{CE6537A1-D6FC-4f65-9D91-7224C49458BB}"/>
          </c:extLst>
        </c:dLbl>
      </c:pivotFmt>
      <c:pivotFmt>
        <c:idx val="42"/>
        <c:dLbl>
          <c:idx val="0"/>
          <c:showLegendKey val="0"/>
          <c:showVal val="0"/>
          <c:showCatName val="0"/>
          <c:showSerName val="0"/>
          <c:showPercent val="0"/>
          <c:showBubbleSize val="0"/>
          <c:extLst>
            <c:ext xmlns:c15="http://schemas.microsoft.com/office/drawing/2012/chart" uri="{CE6537A1-D6FC-4f65-9D91-7224C49458BB}"/>
          </c:extLst>
        </c:dLbl>
      </c:pivotFmt>
      <c:pivotFmt>
        <c:idx val="43"/>
        <c:dLbl>
          <c:idx val="0"/>
          <c:showLegendKey val="0"/>
          <c:showVal val="0"/>
          <c:showCatName val="0"/>
          <c:showSerName val="0"/>
          <c:showPercent val="0"/>
          <c:showBubbleSize val="0"/>
          <c:extLst>
            <c:ext xmlns:c15="http://schemas.microsoft.com/office/drawing/2012/chart" uri="{CE6537A1-D6FC-4f65-9D91-7224C49458BB}"/>
          </c:extLst>
        </c:dLbl>
      </c:pivotFmt>
      <c:pivotFmt>
        <c:idx val="44"/>
        <c:dLbl>
          <c:idx val="0"/>
          <c:showLegendKey val="0"/>
          <c:showVal val="0"/>
          <c:showCatName val="0"/>
          <c:showSerName val="0"/>
          <c:showPercent val="0"/>
          <c:showBubbleSize val="0"/>
          <c:extLst>
            <c:ext xmlns:c15="http://schemas.microsoft.com/office/drawing/2012/chart" uri="{CE6537A1-D6FC-4f65-9D91-7224C49458BB}"/>
          </c:extLst>
        </c:dLbl>
      </c:pivotFmt>
      <c:pivotFmt>
        <c:idx val="45"/>
        <c:dLbl>
          <c:idx val="0"/>
          <c:showLegendKey val="0"/>
          <c:showVal val="0"/>
          <c:showCatName val="0"/>
          <c:showSerName val="0"/>
          <c:showPercent val="0"/>
          <c:showBubbleSize val="0"/>
          <c:extLst>
            <c:ext xmlns:c15="http://schemas.microsoft.com/office/drawing/2012/chart" uri="{CE6537A1-D6FC-4f65-9D91-7224C49458BB}"/>
          </c:extLst>
        </c:dLbl>
      </c:pivotFmt>
      <c:pivotFmt>
        <c:idx val="46"/>
        <c:dLbl>
          <c:idx val="0"/>
          <c:showLegendKey val="0"/>
          <c:showVal val="0"/>
          <c:showCatName val="0"/>
          <c:showSerName val="0"/>
          <c:showPercent val="0"/>
          <c:showBubbleSize val="0"/>
          <c:extLst>
            <c:ext xmlns:c15="http://schemas.microsoft.com/office/drawing/2012/chart" uri="{CE6537A1-D6FC-4f65-9D91-7224C49458BB}"/>
          </c:extLst>
        </c:dLbl>
      </c:pivotFmt>
      <c:pivotFmt>
        <c:idx val="47"/>
        <c:dLbl>
          <c:idx val="0"/>
          <c:showLegendKey val="0"/>
          <c:showVal val="0"/>
          <c:showCatName val="0"/>
          <c:showSerName val="0"/>
          <c:showPercent val="0"/>
          <c:showBubbleSize val="0"/>
          <c:extLst>
            <c:ext xmlns:c15="http://schemas.microsoft.com/office/drawing/2012/chart" uri="{CE6537A1-D6FC-4f65-9D91-7224C49458BB}"/>
          </c:extLst>
        </c:dLbl>
      </c:pivotFmt>
      <c:pivotFmt>
        <c:idx val="48"/>
        <c:dLbl>
          <c:idx val="0"/>
          <c:showLegendKey val="0"/>
          <c:showVal val="0"/>
          <c:showCatName val="0"/>
          <c:showSerName val="0"/>
          <c:showPercent val="0"/>
          <c:showBubbleSize val="0"/>
          <c:extLst>
            <c:ext xmlns:c15="http://schemas.microsoft.com/office/drawing/2012/chart" uri="{CE6537A1-D6FC-4f65-9D91-7224C49458BB}"/>
          </c:extLst>
        </c:dLbl>
      </c:pivotFmt>
      <c:pivotFmt>
        <c:idx val="49"/>
        <c:dLbl>
          <c:idx val="0"/>
          <c:showLegendKey val="0"/>
          <c:showVal val="0"/>
          <c:showCatName val="0"/>
          <c:showSerName val="0"/>
          <c:showPercent val="0"/>
          <c:showBubbleSize val="0"/>
          <c:extLst>
            <c:ext xmlns:c15="http://schemas.microsoft.com/office/drawing/2012/chart" uri="{CE6537A1-D6FC-4f65-9D91-7224C49458BB}"/>
          </c:extLst>
        </c:dLbl>
      </c:pivotFmt>
      <c:pivotFmt>
        <c:idx val="50"/>
        <c:dLbl>
          <c:idx val="0"/>
          <c:showLegendKey val="0"/>
          <c:showVal val="0"/>
          <c:showCatName val="0"/>
          <c:showSerName val="0"/>
          <c:showPercent val="0"/>
          <c:showBubbleSize val="0"/>
          <c:extLst>
            <c:ext xmlns:c15="http://schemas.microsoft.com/office/drawing/2012/chart" uri="{CE6537A1-D6FC-4f65-9D91-7224C49458BB}"/>
          </c:extLst>
        </c:dLbl>
      </c:pivotFmt>
      <c:pivotFmt>
        <c:idx val="51"/>
        <c:dLbl>
          <c:idx val="0"/>
          <c:showLegendKey val="0"/>
          <c:showVal val="0"/>
          <c:showCatName val="0"/>
          <c:showSerName val="0"/>
          <c:showPercent val="0"/>
          <c:showBubbleSize val="0"/>
          <c:extLst>
            <c:ext xmlns:c15="http://schemas.microsoft.com/office/drawing/2012/chart" uri="{CE6537A1-D6FC-4f65-9D91-7224C49458BB}"/>
          </c:extLst>
        </c:dLbl>
      </c:pivotFmt>
      <c:pivotFmt>
        <c:idx val="52"/>
        <c:dLbl>
          <c:idx val="0"/>
          <c:showLegendKey val="0"/>
          <c:showVal val="0"/>
          <c:showCatName val="0"/>
          <c:showSerName val="0"/>
          <c:showPercent val="0"/>
          <c:showBubbleSize val="0"/>
          <c:extLst>
            <c:ext xmlns:c15="http://schemas.microsoft.com/office/drawing/2012/chart" uri="{CE6537A1-D6FC-4f65-9D91-7224C49458BB}"/>
          </c:extLst>
        </c:dLbl>
      </c:pivotFmt>
      <c:pivotFmt>
        <c:idx val="53"/>
        <c:dLbl>
          <c:idx val="0"/>
          <c:showLegendKey val="0"/>
          <c:showVal val="0"/>
          <c:showCatName val="0"/>
          <c:showSerName val="0"/>
          <c:showPercent val="0"/>
          <c:showBubbleSize val="0"/>
          <c:extLst>
            <c:ext xmlns:c15="http://schemas.microsoft.com/office/drawing/2012/chart" uri="{CE6537A1-D6FC-4f65-9D91-7224C49458BB}"/>
          </c:extLst>
        </c:dLbl>
      </c:pivotFmt>
      <c:pivotFmt>
        <c:idx val="54"/>
        <c:dLbl>
          <c:idx val="0"/>
          <c:showLegendKey val="0"/>
          <c:showVal val="0"/>
          <c:showCatName val="0"/>
          <c:showSerName val="0"/>
          <c:showPercent val="0"/>
          <c:showBubbleSize val="0"/>
          <c:extLst>
            <c:ext xmlns:c15="http://schemas.microsoft.com/office/drawing/2012/chart" uri="{CE6537A1-D6FC-4f65-9D91-7224C49458BB}"/>
          </c:extLst>
        </c:dLbl>
      </c:pivotFmt>
      <c:pivotFmt>
        <c:idx val="55"/>
        <c:dLbl>
          <c:idx val="0"/>
          <c:showLegendKey val="0"/>
          <c:showVal val="0"/>
          <c:showCatName val="0"/>
          <c:showSerName val="0"/>
          <c:showPercent val="0"/>
          <c:showBubbleSize val="0"/>
          <c:extLst>
            <c:ext xmlns:c15="http://schemas.microsoft.com/office/drawing/2012/chart" uri="{CE6537A1-D6FC-4f65-9D91-7224C49458BB}"/>
          </c:extLst>
        </c:dLbl>
      </c:pivotFmt>
      <c:pivotFmt>
        <c:idx val="56"/>
        <c:dLbl>
          <c:idx val="0"/>
          <c:showLegendKey val="0"/>
          <c:showVal val="0"/>
          <c:showCatName val="0"/>
          <c:showSerName val="0"/>
          <c:showPercent val="0"/>
          <c:showBubbleSize val="0"/>
          <c:extLst>
            <c:ext xmlns:c15="http://schemas.microsoft.com/office/drawing/2012/chart" uri="{CE6537A1-D6FC-4f65-9D91-7224C49458BB}"/>
          </c:extLst>
        </c:dLbl>
      </c:pivotFmt>
      <c:pivotFmt>
        <c:idx val="57"/>
        <c:dLbl>
          <c:idx val="0"/>
          <c:showLegendKey val="0"/>
          <c:showVal val="0"/>
          <c:showCatName val="0"/>
          <c:showSerName val="0"/>
          <c:showPercent val="0"/>
          <c:showBubbleSize val="0"/>
          <c:extLst>
            <c:ext xmlns:c15="http://schemas.microsoft.com/office/drawing/2012/chart" uri="{CE6537A1-D6FC-4f65-9D91-7224C49458BB}"/>
          </c:extLst>
        </c:dLbl>
      </c:pivotFmt>
      <c:pivotFmt>
        <c:idx val="58"/>
        <c:dLbl>
          <c:idx val="0"/>
          <c:showLegendKey val="0"/>
          <c:showVal val="0"/>
          <c:showCatName val="0"/>
          <c:showSerName val="0"/>
          <c:showPercent val="0"/>
          <c:showBubbleSize val="0"/>
          <c:extLst>
            <c:ext xmlns:c15="http://schemas.microsoft.com/office/drawing/2012/chart" uri="{CE6537A1-D6FC-4f65-9D91-7224C49458BB}"/>
          </c:extLst>
        </c:dLbl>
      </c:pivotFmt>
      <c:pivotFmt>
        <c:idx val="59"/>
        <c:dLbl>
          <c:idx val="0"/>
          <c:showLegendKey val="0"/>
          <c:showVal val="0"/>
          <c:showCatName val="0"/>
          <c:showSerName val="0"/>
          <c:showPercent val="0"/>
          <c:showBubbleSize val="0"/>
          <c:extLst>
            <c:ext xmlns:c15="http://schemas.microsoft.com/office/drawing/2012/chart" uri="{CE6537A1-D6FC-4f65-9D91-7224C49458BB}"/>
          </c:extLst>
        </c:dLbl>
      </c:pivotFmt>
      <c:pivotFmt>
        <c:idx val="60"/>
        <c:dLbl>
          <c:idx val="0"/>
          <c:showLegendKey val="0"/>
          <c:showVal val="0"/>
          <c:showCatName val="0"/>
          <c:showSerName val="0"/>
          <c:showPercent val="0"/>
          <c:showBubbleSize val="0"/>
          <c:extLst>
            <c:ext xmlns:c15="http://schemas.microsoft.com/office/drawing/2012/chart" uri="{CE6537A1-D6FC-4f65-9D91-7224C49458BB}"/>
          </c:extLst>
        </c:dLbl>
      </c:pivotFmt>
      <c:pivotFmt>
        <c:idx val="61"/>
        <c:dLbl>
          <c:idx val="0"/>
          <c:showLegendKey val="0"/>
          <c:showVal val="0"/>
          <c:showCatName val="0"/>
          <c:showSerName val="0"/>
          <c:showPercent val="0"/>
          <c:showBubbleSize val="0"/>
          <c:extLst>
            <c:ext xmlns:c15="http://schemas.microsoft.com/office/drawing/2012/chart" uri="{CE6537A1-D6FC-4f65-9D91-7224C49458BB}"/>
          </c:extLst>
        </c:dLbl>
      </c:pivotFmt>
      <c:pivotFmt>
        <c:idx val="62"/>
        <c:dLbl>
          <c:idx val="0"/>
          <c:showLegendKey val="0"/>
          <c:showVal val="0"/>
          <c:showCatName val="0"/>
          <c:showSerName val="0"/>
          <c:showPercent val="0"/>
          <c:showBubbleSize val="0"/>
          <c:extLst>
            <c:ext xmlns:c15="http://schemas.microsoft.com/office/drawing/2012/chart" uri="{CE6537A1-D6FC-4f65-9D91-7224C49458BB}"/>
          </c:extLst>
        </c:dLbl>
      </c:pivotFmt>
      <c:pivotFmt>
        <c:idx val="63"/>
        <c:dLbl>
          <c:idx val="0"/>
          <c:showLegendKey val="0"/>
          <c:showVal val="0"/>
          <c:showCatName val="0"/>
          <c:showSerName val="0"/>
          <c:showPercent val="0"/>
          <c:showBubbleSize val="0"/>
          <c:extLst>
            <c:ext xmlns:c15="http://schemas.microsoft.com/office/drawing/2012/chart" uri="{CE6537A1-D6FC-4f65-9D91-7224C49458BB}"/>
          </c:extLst>
        </c:dLbl>
      </c:pivotFmt>
      <c:pivotFmt>
        <c:idx val="64"/>
        <c:dLbl>
          <c:idx val="0"/>
          <c:showLegendKey val="0"/>
          <c:showVal val="0"/>
          <c:showCatName val="0"/>
          <c:showSerName val="0"/>
          <c:showPercent val="0"/>
          <c:showBubbleSize val="0"/>
          <c:extLst>
            <c:ext xmlns:c15="http://schemas.microsoft.com/office/drawing/2012/chart" uri="{CE6537A1-D6FC-4f65-9D91-7224C49458BB}"/>
          </c:extLst>
        </c:dLbl>
      </c:pivotFmt>
      <c:pivotFmt>
        <c:idx val="65"/>
        <c:dLbl>
          <c:idx val="0"/>
          <c:showLegendKey val="0"/>
          <c:showVal val="0"/>
          <c:showCatName val="0"/>
          <c:showSerName val="0"/>
          <c:showPercent val="0"/>
          <c:showBubbleSize val="0"/>
          <c:extLst>
            <c:ext xmlns:c15="http://schemas.microsoft.com/office/drawing/2012/chart" uri="{CE6537A1-D6FC-4f65-9D91-7224C49458BB}"/>
          </c:extLst>
        </c:dLbl>
      </c:pivotFmt>
      <c:pivotFmt>
        <c:idx val="66"/>
        <c:dLbl>
          <c:idx val="0"/>
          <c:showLegendKey val="0"/>
          <c:showVal val="0"/>
          <c:showCatName val="0"/>
          <c:showSerName val="0"/>
          <c:showPercent val="0"/>
          <c:showBubbleSize val="0"/>
          <c:extLst>
            <c:ext xmlns:c15="http://schemas.microsoft.com/office/drawing/2012/chart" uri="{CE6537A1-D6FC-4f65-9D91-7224C49458BB}"/>
          </c:extLst>
        </c:dLbl>
      </c:pivotFmt>
      <c:pivotFmt>
        <c:idx val="67"/>
        <c:dLbl>
          <c:idx val="0"/>
          <c:showLegendKey val="0"/>
          <c:showVal val="0"/>
          <c:showCatName val="0"/>
          <c:showSerName val="0"/>
          <c:showPercent val="0"/>
          <c:showBubbleSize val="0"/>
          <c:extLst>
            <c:ext xmlns:c15="http://schemas.microsoft.com/office/drawing/2012/chart" uri="{CE6537A1-D6FC-4f65-9D91-7224C49458BB}"/>
          </c:extLst>
        </c:dLbl>
      </c:pivotFmt>
      <c:pivotFmt>
        <c:idx val="68"/>
        <c:dLbl>
          <c:idx val="0"/>
          <c:showLegendKey val="0"/>
          <c:showVal val="1"/>
          <c:showCatName val="0"/>
          <c:showSerName val="0"/>
          <c:showPercent val="0"/>
          <c:showBubbleSize val="0"/>
          <c:extLst>
            <c:ext xmlns:c15="http://schemas.microsoft.com/office/drawing/2012/chart" uri="{CE6537A1-D6FC-4f65-9D91-7224C49458BB}"/>
          </c:extLst>
        </c:dLbl>
      </c:pivotFmt>
      <c:pivotFmt>
        <c:idx val="69"/>
        <c:spPr>
          <a:solidFill>
            <a:schemeClr val="accent6"/>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0"/>
        <c:spPr>
          <a:solidFill>
            <a:schemeClr val="accent1"/>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3813062297794387"/>
          <c:y val="0.31281368294309747"/>
          <c:w val="0.60155042767871647"/>
          <c:h val="0.54304418630839457"/>
        </c:manualLayout>
      </c:layout>
      <c:barChart>
        <c:barDir val="col"/>
        <c:grouping val="clustered"/>
        <c:varyColors val="0"/>
        <c:ser>
          <c:idx val="0"/>
          <c:order val="0"/>
          <c:tx>
            <c:strRef>
              <c:f>Sheet9!$B$1:$B$2</c:f>
              <c:strCache>
                <c:ptCount val="1"/>
                <c:pt idx="0">
                  <c:v>E-Bike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Sheet9!$A$3</c:f>
              <c:strCache>
                <c:ptCount val="1"/>
                <c:pt idx="0">
                  <c:v>Total</c:v>
                </c:pt>
              </c:strCache>
            </c:strRef>
          </c:cat>
          <c:val>
            <c:numRef>
              <c:f>Sheet9!$B$3</c:f>
              <c:numCache>
                <c:formatCode>General</c:formatCode>
                <c:ptCount val="1"/>
                <c:pt idx="0">
                  <c:v>71</c:v>
                </c:pt>
              </c:numCache>
            </c:numRef>
          </c:val>
          <c:extLst>
            <c:ext xmlns:c16="http://schemas.microsoft.com/office/drawing/2014/chart" uri="{C3380CC4-5D6E-409C-BE32-E72D297353CC}">
              <c16:uniqueId val="{00000000-9722-4CB4-A465-7830F197E92B}"/>
            </c:ext>
          </c:extLst>
        </c:ser>
        <c:ser>
          <c:idx val="1"/>
          <c:order val="1"/>
          <c:tx>
            <c:strRef>
              <c:f>Sheet9!$C$1:$C$2</c:f>
              <c:strCache>
                <c:ptCount val="1"/>
                <c:pt idx="0">
                  <c:v>E-Scooter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Sheet9!$A$3</c:f>
              <c:strCache>
                <c:ptCount val="1"/>
                <c:pt idx="0">
                  <c:v>Total</c:v>
                </c:pt>
              </c:strCache>
            </c:strRef>
          </c:cat>
          <c:val>
            <c:numRef>
              <c:f>Sheet9!$C$3</c:f>
              <c:numCache>
                <c:formatCode>General</c:formatCode>
                <c:ptCount val="1"/>
                <c:pt idx="0">
                  <c:v>79</c:v>
                </c:pt>
              </c:numCache>
            </c:numRef>
          </c:val>
          <c:extLst>
            <c:ext xmlns:c16="http://schemas.microsoft.com/office/drawing/2014/chart" uri="{C3380CC4-5D6E-409C-BE32-E72D297353CC}">
              <c16:uniqueId val="{00000001-9722-4CB4-A465-7830F197E92B}"/>
            </c:ext>
          </c:extLst>
        </c:ser>
        <c:dLbls>
          <c:showLegendKey val="0"/>
          <c:showVal val="0"/>
          <c:showCatName val="0"/>
          <c:showSerName val="0"/>
          <c:showPercent val="0"/>
          <c:showBubbleSize val="0"/>
        </c:dLbls>
        <c:gapWidth val="219"/>
        <c:axId val="1895634656"/>
        <c:axId val="1895637536"/>
      </c:barChart>
      <c:catAx>
        <c:axId val="1895634656"/>
        <c:scaling>
          <c:orientation val="minMax"/>
        </c:scaling>
        <c:delete val="1"/>
        <c:axPos val="b"/>
        <c:title>
          <c:tx>
            <c:rich>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IN" b="1">
                    <a:solidFill>
                      <a:schemeClr val="tx1"/>
                    </a:solidFill>
                  </a:rPr>
                  <a:t>Vehicle_Type</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crossAx val="1895637536"/>
        <c:crosses val="autoZero"/>
        <c:auto val="1"/>
        <c:lblAlgn val="ctr"/>
        <c:lblOffset val="100"/>
        <c:noMultiLvlLbl val="0"/>
      </c:catAx>
      <c:valAx>
        <c:axId val="18956375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IN" b="1">
                    <a:solidFill>
                      <a:schemeClr val="tx1"/>
                    </a:solidFill>
                  </a:rPr>
                  <a:t>Battery</a:t>
                </a:r>
                <a:r>
                  <a:rPr lang="en-IN" b="1" baseline="0">
                    <a:solidFill>
                      <a:schemeClr val="tx1"/>
                    </a:solidFill>
                  </a:rPr>
                  <a:t> Level</a:t>
                </a:r>
                <a:endParaRPr lang="en-IN" b="1">
                  <a:solidFill>
                    <a:schemeClr val="tx1"/>
                  </a:solidFill>
                </a:endParaRP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895634656"/>
        <c:crosses val="autoZero"/>
        <c:crossBetween val="between"/>
      </c:valAx>
      <c:spPr>
        <a:noFill/>
        <a:ln>
          <a:noFill/>
        </a:ln>
        <a:effectLst/>
      </c:spPr>
    </c:plotArea>
    <c:legend>
      <c:legendPos val="r"/>
      <c:layout>
        <c:manualLayout>
          <c:xMode val="edge"/>
          <c:yMode val="edge"/>
          <c:x val="0.83106623246168321"/>
          <c:y val="0.42747851958244637"/>
          <c:w val="0.1442424095136256"/>
          <c:h val="0.1478833517145861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2"/>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[ev scooter 2.xlsx]Sheet10!PivotTable7</c:name>
    <c:fmtId val="8"/>
  </c:pivotSource>
  <c:chart>
    <c:title>
      <c:tx>
        <c:rich>
          <a:bodyPr rot="0" spcFirstLastPara="1" vertOverflow="ellipsis" vert="horz" wrap="square" anchor="ctr" anchorCtr="1"/>
          <a:lstStyle/>
          <a:p>
            <a:pPr>
              <a:defRPr sz="1400" b="1" i="0" u="sng" strike="noStrike" kern="1200" spc="0" baseline="0">
                <a:solidFill>
                  <a:srgbClr val="002060"/>
                </a:solidFill>
                <a:latin typeface="+mn-lt"/>
                <a:ea typeface="+mn-ea"/>
                <a:cs typeface="+mn-cs"/>
              </a:defRPr>
            </a:pPr>
            <a:r>
              <a:rPr lang="en-US" b="1" u="sng">
                <a:solidFill>
                  <a:srgbClr val="002060"/>
                </a:solidFill>
              </a:rPr>
              <a:t>Traffic</a:t>
            </a:r>
            <a:r>
              <a:rPr lang="en-US" b="1" u="sng" baseline="0">
                <a:solidFill>
                  <a:srgbClr val="002060"/>
                </a:solidFill>
              </a:rPr>
              <a:t> Condition vs Rental Count</a:t>
            </a:r>
            <a:endParaRPr lang="en-US" b="1" u="sng">
              <a:solidFill>
                <a:srgbClr val="002060"/>
              </a:solidFill>
            </a:endParaRPr>
          </a:p>
        </c:rich>
      </c:tx>
      <c:layout>
        <c:manualLayout>
          <c:xMode val="edge"/>
          <c:yMode val="edge"/>
          <c:x val="0.24706426056038014"/>
          <c:y val="0.10355651030153382"/>
        </c:manualLayout>
      </c:layout>
      <c:overlay val="0"/>
      <c:spPr>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5400000" scaled="1"/>
          <a:tileRect/>
        </a:gradFill>
        <a:ln>
          <a:noFill/>
        </a:ln>
        <a:effectLst/>
      </c:spPr>
      <c:txPr>
        <a:bodyPr rot="0" spcFirstLastPara="1" vertOverflow="ellipsis" vert="horz" wrap="square" anchor="ctr" anchorCtr="1"/>
        <a:lstStyle/>
        <a:p>
          <a:pPr>
            <a:defRPr sz="1400" b="1" i="0" u="sng" strike="noStrike" kern="1200" spc="0" baseline="0">
              <a:solidFill>
                <a:srgbClr val="002060"/>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pivotFmt>
      <c:pivotFmt>
        <c:idx val="3"/>
        <c:spPr>
          <a:solidFill>
            <a:schemeClr val="accent1"/>
          </a:solidFill>
          <a:ln>
            <a:noFill/>
          </a:ln>
          <a:effectLst/>
        </c:spPr>
      </c:pivotFmt>
      <c:pivotFmt>
        <c:idx val="4"/>
        <c:spPr>
          <a:solidFill>
            <a:schemeClr val="accent1"/>
          </a:solidFill>
          <a:ln>
            <a:noFill/>
          </a:ln>
          <a:effectLst/>
        </c:spPr>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85000"/>
                      <a:lumOff val="1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85000"/>
                      <a:lumOff val="1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pivotFmt>
      <c:pivotFmt>
        <c:idx val="11"/>
        <c:spPr>
          <a:solidFill>
            <a:schemeClr val="accent1"/>
          </a:solidFill>
          <a:ln>
            <a:noFill/>
          </a:ln>
          <a:effectLst/>
        </c:spPr>
      </c:pivotFmt>
      <c:pivotFmt>
        <c:idx val="12"/>
        <c:spPr>
          <a:solidFill>
            <a:schemeClr val="accent1"/>
          </a:solidFill>
          <a:ln>
            <a:noFill/>
          </a:ln>
          <a:effectLst/>
        </c:spPr>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85000"/>
                      <a:lumOff val="1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pivotFmt>
      <c:pivotFmt>
        <c:idx val="15"/>
        <c:spPr>
          <a:solidFill>
            <a:schemeClr val="accent1"/>
          </a:solidFill>
          <a:ln>
            <a:noFill/>
          </a:ln>
          <a:effectLst/>
        </c:spPr>
      </c:pivotFmt>
      <c:pivotFmt>
        <c:idx val="16"/>
        <c:spPr>
          <a:solidFill>
            <a:schemeClr val="accent1"/>
          </a:solidFill>
          <a:ln>
            <a:noFill/>
          </a:ln>
          <a:effectLst/>
        </c:spPr>
      </c:pivotFmt>
    </c:pivotFmts>
    <c:plotArea>
      <c:layout>
        <c:manualLayout>
          <c:layoutTarget val="inner"/>
          <c:xMode val="edge"/>
          <c:yMode val="edge"/>
          <c:x val="0.27374615210135772"/>
          <c:y val="0.33766098130241867"/>
          <c:w val="0.3940800686951168"/>
          <c:h val="0.49908251045166585"/>
        </c:manualLayout>
      </c:layout>
      <c:doughnutChart>
        <c:varyColors val="1"/>
        <c:ser>
          <c:idx val="0"/>
          <c:order val="0"/>
          <c:tx>
            <c:strRef>
              <c:f>Sheet10!$B$1</c:f>
              <c:strCache>
                <c:ptCount val="1"/>
                <c:pt idx="0">
                  <c:v>Total</c:v>
                </c:pt>
              </c:strCache>
            </c:strRef>
          </c:tx>
          <c:dPt>
            <c:idx val="0"/>
            <c:bubble3D val="0"/>
            <c:spPr>
              <a:solidFill>
                <a:schemeClr val="accent1"/>
              </a:solidFill>
              <a:ln>
                <a:noFill/>
              </a:ln>
              <a:effectLst/>
            </c:spPr>
            <c:extLst>
              <c:ext xmlns:c16="http://schemas.microsoft.com/office/drawing/2014/chart" uri="{C3380CC4-5D6E-409C-BE32-E72D297353CC}">
                <c16:uniqueId val="{00000001-63C0-4B2D-9617-476F5AFB054B}"/>
              </c:ext>
            </c:extLst>
          </c:dPt>
          <c:dPt>
            <c:idx val="1"/>
            <c:bubble3D val="0"/>
            <c:spPr>
              <a:solidFill>
                <a:schemeClr val="accent2"/>
              </a:solidFill>
              <a:ln>
                <a:noFill/>
              </a:ln>
              <a:effectLst/>
            </c:spPr>
            <c:extLst>
              <c:ext xmlns:c16="http://schemas.microsoft.com/office/drawing/2014/chart" uri="{C3380CC4-5D6E-409C-BE32-E72D297353CC}">
                <c16:uniqueId val="{00000003-63C0-4B2D-9617-476F5AFB054B}"/>
              </c:ext>
            </c:extLst>
          </c:dPt>
          <c:dPt>
            <c:idx val="2"/>
            <c:bubble3D val="0"/>
            <c:spPr>
              <a:solidFill>
                <a:schemeClr val="accent3"/>
              </a:solidFill>
              <a:ln>
                <a:noFill/>
              </a:ln>
              <a:effectLst/>
            </c:spPr>
            <c:extLst>
              <c:ext xmlns:c16="http://schemas.microsoft.com/office/drawing/2014/chart" uri="{C3380CC4-5D6E-409C-BE32-E72D297353CC}">
                <c16:uniqueId val="{00000005-63C0-4B2D-9617-476F5AFB054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85000"/>
                        <a:lumOff val="1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Sheet10!$A$2:$A$5</c:f>
              <c:strCache>
                <c:ptCount val="3"/>
                <c:pt idx="0">
                  <c:v>High</c:v>
                </c:pt>
                <c:pt idx="1">
                  <c:v>Low</c:v>
                </c:pt>
                <c:pt idx="2">
                  <c:v>Medium</c:v>
                </c:pt>
              </c:strCache>
            </c:strRef>
          </c:cat>
          <c:val>
            <c:numRef>
              <c:f>Sheet10!$B$2:$B$5</c:f>
              <c:numCache>
                <c:formatCode>General</c:formatCode>
                <c:ptCount val="3"/>
                <c:pt idx="0">
                  <c:v>51</c:v>
                </c:pt>
                <c:pt idx="1">
                  <c:v>48</c:v>
                </c:pt>
                <c:pt idx="2">
                  <c:v>51</c:v>
                </c:pt>
              </c:numCache>
            </c:numRef>
          </c:val>
          <c:extLst>
            <c:ext xmlns:c16="http://schemas.microsoft.com/office/drawing/2014/chart" uri="{C3380CC4-5D6E-409C-BE32-E72D297353CC}">
              <c16:uniqueId val="{00000006-63C0-4B2D-9617-476F5AFB054B}"/>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r"/>
      <c:layout>
        <c:manualLayout>
          <c:xMode val="edge"/>
          <c:yMode val="edge"/>
          <c:x val="0.81886717863970704"/>
          <c:y val="0.41876590833311966"/>
          <c:w val="0.16878714234794726"/>
          <c:h val="0.18354961655851654"/>
        </c:manualLayout>
      </c:layout>
      <c:overlay val="0"/>
      <c:spPr>
        <a:noFill/>
        <a:ln>
          <a:noFill/>
        </a:ln>
        <a:effectLst/>
      </c:spPr>
      <c:txPr>
        <a:bodyPr rot="0" spcFirstLastPara="1" vertOverflow="ellipsis" vert="horz" wrap="square" anchor="ctr" anchorCtr="1"/>
        <a:lstStyle/>
        <a:p>
          <a:pPr>
            <a:defRPr sz="95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2"/>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0">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F47DF2-8418-49A6-9705-F017ADB6A3A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267787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F47DF2-8418-49A6-9705-F017ADB6A3A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1458333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F47DF2-8418-49A6-9705-F017ADB6A3A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2157349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F47DF2-8418-49A6-9705-F017ADB6A3A7}"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3876081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F47DF2-8418-49A6-9705-F017ADB6A3A7}" type="datetimeFigureOut">
              <a:rPr lang="en-IN" smtClean="0"/>
              <a:t>14-02-2026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3349541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F47DF2-8418-49A6-9705-F017ADB6A3A7}" type="datetimeFigureOut">
              <a:rPr lang="en-IN" smtClean="0"/>
              <a:t>14-02-2026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1545572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F47DF2-8418-49A6-9705-F017ADB6A3A7}" type="datetimeFigureOut">
              <a:rPr lang="en-IN" smtClean="0"/>
              <a:t>14-02-2026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2559062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F47DF2-8418-49A6-9705-F017ADB6A3A7}"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2469129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F47DF2-8418-49A6-9705-F017ADB6A3A7}"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1716059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F47DF2-8418-49A6-9705-F017ADB6A3A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1274970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F47DF2-8418-49A6-9705-F017ADB6A3A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8C812B-23A7-49E4-BFA1-1F863BAD11DF}" type="slidenum">
              <a:rPr lang="en-IN" smtClean="0"/>
              <a:t>‹#›</a:t>
            </a:fld>
            <a:endParaRPr lang="en-IN"/>
          </a:p>
        </p:txBody>
      </p:sp>
    </p:spTree>
    <p:extLst>
      <p:ext uri="{BB962C8B-B14F-4D97-AF65-F5344CB8AC3E}">
        <p14:creationId xmlns:p14="http://schemas.microsoft.com/office/powerpoint/2010/main" val="198496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F47DF2-8418-49A6-9705-F017ADB6A3A7}" type="datetimeFigureOut">
              <a:rPr lang="en-IN" smtClean="0"/>
              <a:t>14-02-2026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8C812B-23A7-49E4-BFA1-1F863BAD11DF}" type="slidenum">
              <a:rPr lang="en-IN" smtClean="0"/>
              <a:t>‹#›</a:t>
            </a:fld>
            <a:endParaRPr lang="en-IN"/>
          </a:p>
        </p:txBody>
      </p:sp>
    </p:spTree>
    <p:extLst>
      <p:ext uri="{BB962C8B-B14F-4D97-AF65-F5344CB8AC3E}">
        <p14:creationId xmlns:p14="http://schemas.microsoft.com/office/powerpoint/2010/main" val="31678170"/>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069D1-39A3-A1AA-436D-CE7201879904}"/>
              </a:ext>
            </a:extLst>
          </p:cNvPr>
          <p:cNvSpPr>
            <a:spLocks noGrp="1"/>
          </p:cNvSpPr>
          <p:nvPr>
            <p:ph type="ctrTitle"/>
          </p:nvPr>
        </p:nvSpPr>
        <p:spPr>
          <a:xfrm>
            <a:off x="1425677" y="1487949"/>
            <a:ext cx="9144000" cy="2387600"/>
          </a:xfrm>
        </p:spPr>
        <p:txBody>
          <a:bodyPr/>
          <a:lstStyle/>
          <a:p>
            <a:r>
              <a:rPr lang="en-IN" b="1" dirty="0">
                <a:latin typeface="Algerian" panose="04020705040A02060702" pitchFamily="82" charset="0"/>
              </a:rPr>
              <a:t>EV  –  RENTAL</a:t>
            </a:r>
            <a:br>
              <a:rPr lang="en-IN" b="1" dirty="0">
                <a:latin typeface="Algerian" panose="04020705040A02060702" pitchFamily="82" charset="0"/>
              </a:rPr>
            </a:br>
            <a:r>
              <a:rPr lang="en-IN" b="1" dirty="0">
                <a:latin typeface="Algerian" panose="04020705040A02060702" pitchFamily="82" charset="0"/>
              </a:rPr>
              <a:t>ANALYTICS</a:t>
            </a:r>
          </a:p>
        </p:txBody>
      </p:sp>
      <p:sp>
        <p:nvSpPr>
          <p:cNvPr id="3" name="Subtitle 2">
            <a:extLst>
              <a:ext uri="{FF2B5EF4-FFF2-40B4-BE49-F238E27FC236}">
                <a16:creationId xmlns:a16="http://schemas.microsoft.com/office/drawing/2014/main" id="{7F9F2526-A5C1-D69A-E706-20734AD22B6B}"/>
              </a:ext>
            </a:extLst>
          </p:cNvPr>
          <p:cNvSpPr>
            <a:spLocks noGrp="1"/>
          </p:cNvSpPr>
          <p:nvPr>
            <p:ph type="subTitle" idx="1"/>
          </p:nvPr>
        </p:nvSpPr>
        <p:spPr>
          <a:xfrm>
            <a:off x="6302476" y="4842695"/>
            <a:ext cx="5230761" cy="1146943"/>
          </a:xfrm>
        </p:spPr>
        <p:txBody>
          <a:bodyPr/>
          <a:lstStyle/>
          <a:p>
            <a:r>
              <a:rPr lang="en-IN" dirty="0"/>
              <a:t> </a:t>
            </a:r>
            <a:r>
              <a:rPr lang="en-IN" b="1" dirty="0"/>
              <a:t>EXCEL DASHBOARD PRESENTATION BY</a:t>
            </a:r>
          </a:p>
          <a:p>
            <a:r>
              <a:rPr lang="en-IN" b="1" dirty="0"/>
              <a:t>WAFA SHAKKIR</a:t>
            </a:r>
          </a:p>
          <a:p>
            <a:endParaRPr lang="en-IN" dirty="0"/>
          </a:p>
        </p:txBody>
      </p:sp>
    </p:spTree>
    <p:extLst>
      <p:ext uri="{BB962C8B-B14F-4D97-AF65-F5344CB8AC3E}">
        <p14:creationId xmlns:p14="http://schemas.microsoft.com/office/powerpoint/2010/main" val="1612742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1CD20-825A-0423-B7B6-706F87B9174A}"/>
              </a:ext>
            </a:extLst>
          </p:cNvPr>
          <p:cNvSpPr>
            <a:spLocks noGrp="1"/>
          </p:cNvSpPr>
          <p:nvPr>
            <p:ph type="title"/>
          </p:nvPr>
        </p:nvSpPr>
        <p:spPr/>
        <p:txBody>
          <a:bodyPr/>
          <a:lstStyle/>
          <a:p>
            <a:endParaRPr lang="en-IN" dirty="0"/>
          </a:p>
        </p:txBody>
      </p:sp>
      <p:pic>
        <p:nvPicPr>
          <p:cNvPr id="9" name="Content Placeholder 8">
            <a:extLst>
              <a:ext uri="{FF2B5EF4-FFF2-40B4-BE49-F238E27FC236}">
                <a16:creationId xmlns:a16="http://schemas.microsoft.com/office/drawing/2014/main" id="{F4772F5E-03B5-6083-CF6C-1FC15B7256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198095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E8A82-CEA8-0856-6B20-5DE3B633D483}"/>
              </a:ext>
            </a:extLst>
          </p:cNvPr>
          <p:cNvSpPr>
            <a:spLocks noGrp="1"/>
          </p:cNvSpPr>
          <p:nvPr>
            <p:ph type="title"/>
          </p:nvPr>
        </p:nvSpPr>
        <p:spPr>
          <a:xfrm>
            <a:off x="838200" y="365125"/>
            <a:ext cx="10515600" cy="942565"/>
          </a:xfrm>
        </p:spPr>
        <p:txBody>
          <a:bodyPr/>
          <a:lstStyle/>
          <a:p>
            <a:r>
              <a:rPr lang="en-IN" b="1" u="sng" dirty="0">
                <a:latin typeface="Times New Roman" panose="02020603050405020304" pitchFamily="18" charset="0"/>
                <a:cs typeface="Times New Roman" panose="02020603050405020304" pitchFamily="18" charset="0"/>
              </a:rPr>
              <a:t>Dataset Overview</a:t>
            </a:r>
            <a:endParaRPr lang="en-IN"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82F57D2-6F75-8AD0-C07E-29CC895232CD}"/>
              </a:ext>
            </a:extLst>
          </p:cNvPr>
          <p:cNvSpPr>
            <a:spLocks noGrp="1"/>
          </p:cNvSpPr>
          <p:nvPr>
            <p:ph idx="1"/>
          </p:nvPr>
        </p:nvSpPr>
        <p:spPr>
          <a:xfrm>
            <a:off x="838200" y="1425677"/>
            <a:ext cx="10515600" cy="5250426"/>
          </a:xfrm>
        </p:spPr>
        <p:txBody>
          <a:bodyPr>
            <a:normAutofit fontScale="92500" lnSpcReduction="10000"/>
          </a:bodyPr>
          <a:lstStyle/>
          <a:p>
            <a:pPr marL="0" indent="0">
              <a:buNone/>
            </a:pPr>
            <a:r>
              <a:rPr lang="en-IN" b="1" u="sng" dirty="0"/>
              <a:t> About the Dataset:</a:t>
            </a:r>
            <a:endParaRPr lang="en-IN" u="sng" dirty="0"/>
          </a:p>
          <a:p>
            <a:r>
              <a:rPr lang="en-IN" dirty="0"/>
              <a:t>Total Records: 150 Rentals</a:t>
            </a:r>
          </a:p>
          <a:p>
            <a:r>
              <a:rPr lang="en-IN" dirty="0"/>
              <a:t>Vehicle Types: E-Bike, E-Scooter</a:t>
            </a:r>
          </a:p>
          <a:p>
            <a:r>
              <a:rPr lang="en-IN" dirty="0"/>
              <a:t>Numerical Columns:</a:t>
            </a:r>
          </a:p>
          <a:p>
            <a:pPr lvl="1">
              <a:buFont typeface="Courier New" panose="02070309020205020404" pitchFamily="49" charset="0"/>
              <a:buChar char="o"/>
            </a:pPr>
            <a:r>
              <a:rPr lang="en-IN" dirty="0"/>
              <a:t>Rental Duration</a:t>
            </a:r>
          </a:p>
          <a:p>
            <a:pPr lvl="1">
              <a:buFont typeface="Courier New" panose="02070309020205020404" pitchFamily="49" charset="0"/>
              <a:buChar char="o"/>
            </a:pPr>
            <a:r>
              <a:rPr lang="en-IN" dirty="0"/>
              <a:t>Distance</a:t>
            </a:r>
          </a:p>
          <a:p>
            <a:pPr lvl="1">
              <a:buFont typeface="Courier New" panose="02070309020205020404" pitchFamily="49" charset="0"/>
              <a:buChar char="o"/>
            </a:pPr>
            <a:r>
              <a:rPr lang="en-IN" dirty="0"/>
              <a:t>Battery Level</a:t>
            </a:r>
          </a:p>
          <a:p>
            <a:pPr lvl="1">
              <a:buFont typeface="Courier New" panose="02070309020205020404" pitchFamily="49" charset="0"/>
              <a:buChar char="o"/>
            </a:pPr>
            <a:r>
              <a:rPr lang="en-IN" dirty="0"/>
              <a:t>Cost</a:t>
            </a:r>
          </a:p>
          <a:p>
            <a:pPr lvl="1">
              <a:buFont typeface="Courier New" panose="02070309020205020404" pitchFamily="49" charset="0"/>
              <a:buChar char="o"/>
            </a:pPr>
            <a:r>
              <a:rPr lang="en-IN" dirty="0"/>
              <a:t>Speed</a:t>
            </a:r>
          </a:p>
          <a:p>
            <a:r>
              <a:rPr lang="en-IN" dirty="0"/>
              <a:t>Categorical Columns:</a:t>
            </a:r>
          </a:p>
          <a:p>
            <a:pPr lvl="1">
              <a:buFont typeface="Courier New" panose="02070309020205020404" pitchFamily="49" charset="0"/>
              <a:buChar char="o"/>
            </a:pPr>
            <a:r>
              <a:rPr lang="en-IN" dirty="0"/>
              <a:t>User Type</a:t>
            </a:r>
          </a:p>
          <a:p>
            <a:pPr lvl="1">
              <a:buFont typeface="Courier New" panose="02070309020205020404" pitchFamily="49" charset="0"/>
              <a:buChar char="o"/>
            </a:pPr>
            <a:r>
              <a:rPr lang="en-IN" dirty="0"/>
              <a:t>Weather</a:t>
            </a:r>
          </a:p>
          <a:p>
            <a:pPr lvl="1">
              <a:buFont typeface="Courier New" panose="02070309020205020404" pitchFamily="49" charset="0"/>
              <a:buChar char="o"/>
            </a:pPr>
            <a:r>
              <a:rPr lang="en-IN" dirty="0"/>
              <a:t>Traffic</a:t>
            </a:r>
          </a:p>
          <a:p>
            <a:pPr lvl="1">
              <a:buFont typeface="Courier New" panose="02070309020205020404" pitchFamily="49" charset="0"/>
              <a:buChar char="o"/>
            </a:pPr>
            <a:r>
              <a:rPr lang="en-IN" dirty="0"/>
              <a:t>Start &amp; End Stations</a:t>
            </a:r>
          </a:p>
          <a:p>
            <a:endParaRPr lang="en-IN" dirty="0"/>
          </a:p>
        </p:txBody>
      </p:sp>
    </p:spTree>
    <p:extLst>
      <p:ext uri="{BB962C8B-B14F-4D97-AF65-F5344CB8AC3E}">
        <p14:creationId xmlns:p14="http://schemas.microsoft.com/office/powerpoint/2010/main" val="1260636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7D708-E764-88A1-DAE1-A0164088BC2B}"/>
              </a:ext>
            </a:extLst>
          </p:cNvPr>
          <p:cNvSpPr>
            <a:spLocks noGrp="1"/>
          </p:cNvSpPr>
          <p:nvPr>
            <p:ph type="title"/>
          </p:nvPr>
        </p:nvSpPr>
        <p:spPr/>
        <p:txBody>
          <a:bodyPr/>
          <a:lstStyle/>
          <a:p>
            <a:r>
              <a:rPr lang="en-IN" b="1" u="sng" dirty="0">
                <a:latin typeface="Times New Roman" panose="02020603050405020304" pitchFamily="18" charset="0"/>
                <a:cs typeface="Times New Roman" panose="02020603050405020304" pitchFamily="18" charset="0"/>
              </a:rPr>
              <a:t>Dashboard Objective</a:t>
            </a:r>
          </a:p>
        </p:txBody>
      </p:sp>
      <p:sp>
        <p:nvSpPr>
          <p:cNvPr id="3" name="Content Placeholder 2">
            <a:extLst>
              <a:ext uri="{FF2B5EF4-FFF2-40B4-BE49-F238E27FC236}">
                <a16:creationId xmlns:a16="http://schemas.microsoft.com/office/drawing/2014/main" id="{ABE0E64E-6F04-F166-C356-0CF411B4C5FC}"/>
              </a:ext>
            </a:extLst>
          </p:cNvPr>
          <p:cNvSpPr>
            <a:spLocks noGrp="1"/>
          </p:cNvSpPr>
          <p:nvPr>
            <p:ph idx="1"/>
          </p:nvPr>
        </p:nvSpPr>
        <p:spPr/>
        <p:txBody>
          <a:bodyPr>
            <a:normAutofit/>
          </a:bodyPr>
          <a:lstStyle/>
          <a:p>
            <a:pPr marL="0" indent="0">
              <a:buNone/>
            </a:pPr>
            <a:r>
              <a:rPr lang="en-US" dirty="0"/>
              <a:t>This dashboard analyzes EV rental operations to understand vehicle usage patterns, user behavior, operational performance, and external factors like weather and traffic.</a:t>
            </a:r>
            <a:endParaRPr lang="en-IN" dirty="0"/>
          </a:p>
        </p:txBody>
      </p:sp>
    </p:spTree>
    <p:extLst>
      <p:ext uri="{BB962C8B-B14F-4D97-AF65-F5344CB8AC3E}">
        <p14:creationId xmlns:p14="http://schemas.microsoft.com/office/powerpoint/2010/main" val="4008375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14B65-8089-5FA6-65D9-3EFECCE6CDB5}"/>
              </a:ext>
            </a:extLst>
          </p:cNvPr>
          <p:cNvSpPr>
            <a:spLocks noGrp="1"/>
          </p:cNvSpPr>
          <p:nvPr>
            <p:ph type="title"/>
          </p:nvPr>
        </p:nvSpPr>
        <p:spPr>
          <a:xfrm>
            <a:off x="393290" y="501445"/>
            <a:ext cx="4378735" cy="575188"/>
          </a:xfrm>
        </p:spPr>
        <p:txBody>
          <a:bodyPr>
            <a:normAutofit fontScale="90000"/>
          </a:bodyPr>
          <a:lstStyle/>
          <a:p>
            <a:r>
              <a:rPr lang="en-IN" b="1" u="sng" dirty="0">
                <a:latin typeface="Times New Roman" panose="02020603050405020304" pitchFamily="18" charset="0"/>
                <a:cs typeface="Times New Roman" panose="02020603050405020304" pitchFamily="18" charset="0"/>
              </a:rPr>
              <a:t>Vehicle Type Usage Chart</a:t>
            </a:r>
          </a:p>
        </p:txBody>
      </p:sp>
      <p:graphicFrame>
        <p:nvGraphicFramePr>
          <p:cNvPr id="5" name="Picture Placeholder 4">
            <a:extLst>
              <a:ext uri="{FF2B5EF4-FFF2-40B4-BE49-F238E27FC236}">
                <a16:creationId xmlns:a16="http://schemas.microsoft.com/office/drawing/2014/main" id="{CAC213C9-F483-44AD-B658-778235AF9CEC}"/>
              </a:ext>
            </a:extLst>
          </p:cNvPr>
          <p:cNvGraphicFramePr>
            <a:graphicFrameLocks noGrp="1"/>
          </p:cNvGraphicFramePr>
          <p:nvPr>
            <p:ph type="pic" idx="1"/>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
        <p:nvSpPr>
          <p:cNvPr id="3" name="Content Placeholder 2">
            <a:extLst>
              <a:ext uri="{FF2B5EF4-FFF2-40B4-BE49-F238E27FC236}">
                <a16:creationId xmlns:a16="http://schemas.microsoft.com/office/drawing/2014/main" id="{168B8B0B-E839-AC16-ED5D-25FBCB3CB2BB}"/>
              </a:ext>
            </a:extLst>
          </p:cNvPr>
          <p:cNvSpPr>
            <a:spLocks noGrp="1"/>
          </p:cNvSpPr>
          <p:nvPr>
            <p:ph type="body" sz="half" idx="2"/>
          </p:nvPr>
        </p:nvSpPr>
        <p:spPr>
          <a:xfrm>
            <a:off x="491613" y="1347020"/>
            <a:ext cx="4280412" cy="4434348"/>
          </a:xfrm>
        </p:spPr>
        <p:txBody>
          <a:bodyPr/>
          <a:lstStyle/>
          <a:p>
            <a:pPr marL="285750" indent="-285750">
              <a:buFont typeface="Arial" panose="020B0604020202020204" pitchFamily="34" charset="0"/>
              <a:buChar char="•"/>
            </a:pPr>
            <a:r>
              <a:rPr lang="en-IN" sz="2000" dirty="0"/>
              <a:t>Comparison between </a:t>
            </a:r>
            <a:r>
              <a:rPr lang="en-IN" sz="2000" b="1" dirty="0"/>
              <a:t>E-Bike and E-Scooter rentals</a:t>
            </a:r>
          </a:p>
          <a:p>
            <a:pPr marL="285750" indent="-285750">
              <a:buFont typeface="Arial" panose="020B0604020202020204" pitchFamily="34" charset="0"/>
              <a:buChar char="•"/>
            </a:pPr>
            <a:r>
              <a:rPr lang="en-IN" dirty="0"/>
              <a:t>E-Scooters (79 rentals)</a:t>
            </a:r>
          </a:p>
          <a:p>
            <a:pPr marL="285750" indent="-285750">
              <a:buFont typeface="Arial" panose="020B0604020202020204" pitchFamily="34" charset="0"/>
              <a:buChar char="•"/>
            </a:pPr>
            <a:r>
              <a:rPr lang="en-IN" dirty="0"/>
              <a:t>E-Bikes (71 rentals)</a:t>
            </a:r>
          </a:p>
          <a:p>
            <a:pPr marL="285750" indent="-285750">
              <a:buFont typeface="Arial" panose="020B0604020202020204" pitchFamily="34" charset="0"/>
              <a:buChar char="•"/>
            </a:pPr>
            <a:r>
              <a:rPr lang="en-IN" sz="2000" dirty="0"/>
              <a:t>E-Scooters are slightly more preferred.</a:t>
            </a:r>
          </a:p>
          <a:p>
            <a:pPr marL="285750" indent="-285750">
              <a:buFont typeface="Arial" panose="020B0604020202020204" pitchFamily="34" charset="0"/>
              <a:buChar char="•"/>
            </a:pPr>
            <a:r>
              <a:rPr lang="en-IN" sz="2000" dirty="0"/>
              <a:t>Indicates higher customer demand for scooters.</a:t>
            </a:r>
          </a:p>
          <a:p>
            <a:endParaRPr lang="en-IN" dirty="0"/>
          </a:p>
        </p:txBody>
      </p:sp>
    </p:spTree>
    <p:extLst>
      <p:ext uri="{BB962C8B-B14F-4D97-AF65-F5344CB8AC3E}">
        <p14:creationId xmlns:p14="http://schemas.microsoft.com/office/powerpoint/2010/main" val="2621656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885E46-A56E-8D8C-9E9C-613AF9B0434C}"/>
              </a:ext>
            </a:extLst>
          </p:cNvPr>
          <p:cNvSpPr>
            <a:spLocks noGrp="1"/>
          </p:cNvSpPr>
          <p:nvPr>
            <p:ph type="title"/>
          </p:nvPr>
        </p:nvSpPr>
        <p:spPr>
          <a:xfrm>
            <a:off x="540775" y="584301"/>
            <a:ext cx="4132928" cy="1069975"/>
          </a:xfrm>
        </p:spPr>
        <p:txBody>
          <a:bodyPr>
            <a:normAutofit/>
          </a:bodyPr>
          <a:lstStyle/>
          <a:p>
            <a:pPr algn="ctr">
              <a:spcAft>
                <a:spcPts val="1200"/>
              </a:spcAft>
            </a:pPr>
            <a:r>
              <a:rPr lang="en-US" b="1" u="sng" dirty="0">
                <a:latin typeface="Times New Roman" panose="02020603050405020304" pitchFamily="18" charset="0"/>
                <a:cs typeface="Times New Roman" panose="02020603050405020304" pitchFamily="18" charset="0"/>
              </a:rPr>
              <a:t>Member vs Visitor (Sum of Cost)</a:t>
            </a:r>
            <a:endParaRPr lang="en-IN" b="1" u="sng" dirty="0">
              <a:latin typeface="Times New Roman" panose="02020603050405020304" pitchFamily="18" charset="0"/>
              <a:cs typeface="Times New Roman" panose="02020603050405020304" pitchFamily="18" charset="0"/>
            </a:endParaRPr>
          </a:p>
        </p:txBody>
      </p:sp>
      <p:graphicFrame>
        <p:nvGraphicFramePr>
          <p:cNvPr id="8" name="Picture Placeholder 7">
            <a:extLst>
              <a:ext uri="{FF2B5EF4-FFF2-40B4-BE49-F238E27FC236}">
                <a16:creationId xmlns:a16="http://schemas.microsoft.com/office/drawing/2014/main" id="{A2E68C1F-CC2C-4909-BFD0-850A69093A74}"/>
              </a:ext>
            </a:extLst>
          </p:cNvPr>
          <p:cNvGraphicFramePr>
            <a:graphicFrameLocks noGrp="1"/>
          </p:cNvGraphicFramePr>
          <p:nvPr>
            <p:ph type="pic" idx="1"/>
            <p:extLst>
              <p:ext uri="{D42A27DB-BD31-4B8C-83A1-F6EECF244321}">
                <p14:modId xmlns:p14="http://schemas.microsoft.com/office/powerpoint/2010/main" val="346133881"/>
              </p:ext>
            </p:extLst>
          </p:nvPr>
        </p:nvGraphicFramePr>
        <p:xfrm>
          <a:off x="5024284" y="987425"/>
          <a:ext cx="6626942" cy="5010252"/>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Placeholder 5">
            <a:extLst>
              <a:ext uri="{FF2B5EF4-FFF2-40B4-BE49-F238E27FC236}">
                <a16:creationId xmlns:a16="http://schemas.microsoft.com/office/drawing/2014/main" id="{7F7B7EBC-E51B-9EF1-A95E-6220768D109E}"/>
              </a:ext>
            </a:extLst>
          </p:cNvPr>
          <p:cNvSpPr>
            <a:spLocks noGrp="1"/>
          </p:cNvSpPr>
          <p:nvPr>
            <p:ph type="body" sz="half" idx="2"/>
          </p:nvPr>
        </p:nvSpPr>
        <p:spPr>
          <a:xfrm>
            <a:off x="737420" y="1877961"/>
            <a:ext cx="4034606" cy="3991027"/>
          </a:xfrm>
        </p:spPr>
        <p:txBody>
          <a:bodyPr>
            <a:normAutofit/>
          </a:bodyPr>
          <a:lstStyle/>
          <a:p>
            <a:pPr marL="342900" indent="-342900">
              <a:buFont typeface="Arial" panose="020B0604020202020204" pitchFamily="34" charset="0"/>
              <a:buChar char="•"/>
            </a:pPr>
            <a:r>
              <a:rPr lang="en-US" sz="2000" dirty="0">
                <a:cs typeface="Times New Roman" panose="02020603050405020304" pitchFamily="18" charset="0"/>
              </a:rPr>
              <a:t>Total revenue generated by Members and Visitors.</a:t>
            </a:r>
          </a:p>
          <a:p>
            <a:pPr marL="342900" indent="-342900">
              <a:buFont typeface="Arial" panose="020B0604020202020204" pitchFamily="34" charset="0"/>
              <a:buChar char="•"/>
            </a:pPr>
            <a:r>
              <a:rPr lang="en-US" sz="2000" dirty="0">
                <a:cs typeface="Times New Roman" panose="02020603050405020304" pitchFamily="18" charset="0"/>
              </a:rPr>
              <a:t>Members contribute slightly more revenue.</a:t>
            </a:r>
          </a:p>
          <a:p>
            <a:pPr marL="342900" indent="-342900">
              <a:buFont typeface="Arial" panose="020B0604020202020204" pitchFamily="34" charset="0"/>
              <a:buChar char="•"/>
            </a:pPr>
            <a:r>
              <a:rPr lang="en-US" sz="2000" dirty="0">
                <a:cs typeface="Times New Roman" panose="02020603050405020304" pitchFamily="18" charset="0"/>
              </a:rPr>
              <a:t>Members likely have higher engagement</a:t>
            </a:r>
            <a:r>
              <a:rPr lang="en-US" dirty="0">
                <a:cs typeface="Times New Roman" panose="02020603050405020304" pitchFamily="18" charset="0"/>
              </a:rPr>
              <a:t>.</a:t>
            </a:r>
          </a:p>
          <a:p>
            <a:endParaRPr lang="en-IN" dirty="0">
              <a:cs typeface="Times New Roman" panose="02020603050405020304" pitchFamily="18" charset="0"/>
            </a:endParaRPr>
          </a:p>
        </p:txBody>
      </p:sp>
    </p:spTree>
    <p:extLst>
      <p:ext uri="{BB962C8B-B14F-4D97-AF65-F5344CB8AC3E}">
        <p14:creationId xmlns:p14="http://schemas.microsoft.com/office/powerpoint/2010/main" val="1731327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2F3E-A3EE-E5CE-89D0-281B1DD42F1E}"/>
              </a:ext>
            </a:extLst>
          </p:cNvPr>
          <p:cNvSpPr>
            <a:spLocks noGrp="1"/>
          </p:cNvSpPr>
          <p:nvPr>
            <p:ph type="title"/>
          </p:nvPr>
        </p:nvSpPr>
        <p:spPr>
          <a:xfrm>
            <a:off x="639098" y="686312"/>
            <a:ext cx="4132928" cy="602226"/>
          </a:xfrm>
        </p:spPr>
        <p:txBody>
          <a:bodyPr>
            <a:normAutofit/>
          </a:bodyPr>
          <a:lstStyle/>
          <a:p>
            <a:r>
              <a:rPr lang="en-IN" sz="3600" b="1" u="sng" dirty="0">
                <a:latin typeface="Times New Roman" panose="02020603050405020304" pitchFamily="18" charset="0"/>
                <a:cs typeface="Times New Roman" panose="02020603050405020304" pitchFamily="18" charset="0"/>
              </a:rPr>
              <a:t>Distance vs Speed</a:t>
            </a:r>
          </a:p>
        </p:txBody>
      </p:sp>
      <p:graphicFrame>
        <p:nvGraphicFramePr>
          <p:cNvPr id="5" name="Picture Placeholder 4">
            <a:extLst>
              <a:ext uri="{FF2B5EF4-FFF2-40B4-BE49-F238E27FC236}">
                <a16:creationId xmlns:a16="http://schemas.microsoft.com/office/drawing/2014/main" id="{DBC44BF4-ABB4-4CCF-AA08-D0C068CD8C72}"/>
              </a:ext>
            </a:extLst>
          </p:cNvPr>
          <p:cNvGraphicFramePr>
            <a:graphicFrameLocks noGrp="1"/>
          </p:cNvGraphicFramePr>
          <p:nvPr>
            <p:ph type="pic" idx="1"/>
            <p:extLst>
              <p:ext uri="{D42A27DB-BD31-4B8C-83A1-F6EECF244321}">
                <p14:modId xmlns:p14="http://schemas.microsoft.com/office/powerpoint/2010/main" val="201263720"/>
              </p:ext>
            </p:extLst>
          </p:nvPr>
        </p:nvGraphicFramePr>
        <p:xfrm>
          <a:off x="5250426" y="987425"/>
          <a:ext cx="6104962" cy="457763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3E0F04B6-F4FD-91EA-C653-5CF1AF0B882C}"/>
              </a:ext>
            </a:extLst>
          </p:cNvPr>
          <p:cNvSpPr>
            <a:spLocks noGrp="1"/>
          </p:cNvSpPr>
          <p:nvPr>
            <p:ph type="body" sz="half" idx="2"/>
          </p:nvPr>
        </p:nvSpPr>
        <p:spPr>
          <a:xfrm>
            <a:off x="639098" y="1425677"/>
            <a:ext cx="4132928" cy="4443311"/>
          </a:xfrm>
        </p:spPr>
        <p:txBody>
          <a:bodyPr/>
          <a:lstStyle/>
          <a:p>
            <a:pPr marL="342900" indent="-342900">
              <a:buFont typeface="Arial" panose="020B0604020202020204" pitchFamily="34" charset="0"/>
              <a:buChar char="•"/>
            </a:pPr>
            <a:r>
              <a:rPr lang="en-US" sz="2000" dirty="0"/>
              <a:t>Relationship between travel distance and average speed.</a:t>
            </a:r>
          </a:p>
          <a:p>
            <a:pPr marL="342900" indent="-342900">
              <a:buFont typeface="Arial" panose="020B0604020202020204" pitchFamily="34" charset="0"/>
              <a:buChar char="•"/>
            </a:pPr>
            <a:r>
              <a:rPr lang="en-US" sz="2000" dirty="0"/>
              <a:t>Speed fluctuates with distance.</a:t>
            </a:r>
          </a:p>
          <a:p>
            <a:pPr marL="342900" indent="-342900">
              <a:buFont typeface="Arial" panose="020B0604020202020204" pitchFamily="34" charset="0"/>
              <a:buChar char="•"/>
            </a:pPr>
            <a:r>
              <a:rPr lang="en-US" sz="2000" dirty="0"/>
              <a:t>No strict linear relationship.</a:t>
            </a:r>
          </a:p>
          <a:p>
            <a:pPr marL="342900" indent="-342900">
              <a:buFont typeface="Arial" panose="020B0604020202020204" pitchFamily="34" charset="0"/>
              <a:buChar char="•"/>
            </a:pPr>
            <a:r>
              <a:rPr lang="en-US" sz="2000" dirty="0"/>
              <a:t>Operational factors like traffic influence speed.</a:t>
            </a:r>
          </a:p>
          <a:p>
            <a:endParaRPr lang="en-IN" dirty="0"/>
          </a:p>
        </p:txBody>
      </p:sp>
    </p:spTree>
    <p:extLst>
      <p:ext uri="{BB962C8B-B14F-4D97-AF65-F5344CB8AC3E}">
        <p14:creationId xmlns:p14="http://schemas.microsoft.com/office/powerpoint/2010/main" val="3304987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29B0E-C95C-A4A5-3FCF-8BA64666EF23}"/>
              </a:ext>
            </a:extLst>
          </p:cNvPr>
          <p:cNvSpPr>
            <a:spLocks noGrp="1"/>
          </p:cNvSpPr>
          <p:nvPr>
            <p:ph type="title"/>
          </p:nvPr>
        </p:nvSpPr>
        <p:spPr>
          <a:xfrm>
            <a:off x="583280" y="580103"/>
            <a:ext cx="4188746" cy="1133167"/>
          </a:xfrm>
        </p:spPr>
        <p:txBody>
          <a:bodyPr/>
          <a:lstStyle/>
          <a:p>
            <a:pPr algn="ctr"/>
            <a:r>
              <a:rPr lang="en-IN" b="1" u="sng" dirty="0">
                <a:latin typeface="Times New Roman" panose="02020603050405020304" pitchFamily="18" charset="0"/>
                <a:cs typeface="Times New Roman" panose="02020603050405020304" pitchFamily="18" charset="0"/>
              </a:rPr>
              <a:t>Rentals by Weather Type</a:t>
            </a:r>
          </a:p>
        </p:txBody>
      </p:sp>
      <p:graphicFrame>
        <p:nvGraphicFramePr>
          <p:cNvPr id="5" name="Picture Placeholder 4">
            <a:extLst>
              <a:ext uri="{FF2B5EF4-FFF2-40B4-BE49-F238E27FC236}">
                <a16:creationId xmlns:a16="http://schemas.microsoft.com/office/drawing/2014/main" id="{699591A6-F279-4731-84DA-FF8D982219DD}"/>
              </a:ext>
            </a:extLst>
          </p:cNvPr>
          <p:cNvGraphicFramePr>
            <a:graphicFrameLocks noGrp="1"/>
          </p:cNvGraphicFramePr>
          <p:nvPr>
            <p:ph type="pic" idx="1"/>
            <p:extLst>
              <p:ext uri="{D42A27DB-BD31-4B8C-83A1-F6EECF244321}">
                <p14:modId xmlns:p14="http://schemas.microsoft.com/office/powerpoint/2010/main" val="3500219588"/>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C2DB127D-4279-65C0-53AA-CF05CA3707C9}"/>
              </a:ext>
            </a:extLst>
          </p:cNvPr>
          <p:cNvSpPr>
            <a:spLocks noGrp="1"/>
          </p:cNvSpPr>
          <p:nvPr>
            <p:ph type="body" sz="half" idx="2"/>
          </p:nvPr>
        </p:nvSpPr>
        <p:spPr>
          <a:xfrm>
            <a:off x="717756" y="1956619"/>
            <a:ext cx="4054270" cy="3912369"/>
          </a:xfrm>
        </p:spPr>
        <p:txBody>
          <a:bodyPr>
            <a:normAutofit/>
          </a:bodyPr>
          <a:lstStyle/>
          <a:p>
            <a:pPr marL="285750" indent="-285750">
              <a:buFont typeface="Arial" panose="020B0604020202020204" pitchFamily="34" charset="0"/>
              <a:buChar char="•"/>
            </a:pPr>
            <a:r>
              <a:rPr lang="en-US" sz="2400" dirty="0"/>
              <a:t>Rental count under:</a:t>
            </a:r>
          </a:p>
          <a:p>
            <a:pPr marL="285750" indent="-285750">
              <a:buFont typeface="Arial" panose="020B0604020202020204" pitchFamily="34" charset="0"/>
              <a:buChar char="•"/>
            </a:pPr>
            <a:r>
              <a:rPr lang="en-US" sz="2000" dirty="0"/>
              <a:t>Sunny</a:t>
            </a:r>
          </a:p>
          <a:p>
            <a:pPr marL="285750" indent="-285750">
              <a:buFont typeface="Arial" panose="020B0604020202020204" pitchFamily="34" charset="0"/>
              <a:buChar char="•"/>
            </a:pPr>
            <a:r>
              <a:rPr lang="en-US" sz="2000" dirty="0"/>
              <a:t>Rainy</a:t>
            </a:r>
          </a:p>
          <a:p>
            <a:pPr marL="285750" indent="-285750">
              <a:buFont typeface="Arial" panose="020B0604020202020204" pitchFamily="34" charset="0"/>
              <a:buChar char="•"/>
            </a:pPr>
            <a:r>
              <a:rPr lang="en-US" sz="2000" dirty="0"/>
              <a:t>Cloudy</a:t>
            </a:r>
          </a:p>
          <a:p>
            <a:pPr marL="285750" indent="-285750">
              <a:buFont typeface="Arial" panose="020B0604020202020204" pitchFamily="34" charset="0"/>
              <a:buChar char="•"/>
            </a:pPr>
            <a:r>
              <a:rPr lang="en-US" sz="2400" dirty="0"/>
              <a:t>Sunny weather has highest rentals.</a:t>
            </a:r>
          </a:p>
          <a:p>
            <a:pPr marL="285750" indent="-285750">
              <a:buFont typeface="Arial" panose="020B0604020202020204" pitchFamily="34" charset="0"/>
              <a:buChar char="•"/>
            </a:pPr>
            <a:r>
              <a:rPr lang="en-US" sz="2400" dirty="0"/>
              <a:t>Rainy conditions reduce demand.</a:t>
            </a:r>
          </a:p>
          <a:p>
            <a:endParaRPr lang="en-IN" dirty="0"/>
          </a:p>
        </p:txBody>
      </p:sp>
    </p:spTree>
    <p:extLst>
      <p:ext uri="{BB962C8B-B14F-4D97-AF65-F5344CB8AC3E}">
        <p14:creationId xmlns:p14="http://schemas.microsoft.com/office/powerpoint/2010/main" val="2025361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E2A4-3BF0-A0AD-56DC-2F9FEEB4C986}"/>
              </a:ext>
            </a:extLst>
          </p:cNvPr>
          <p:cNvSpPr>
            <a:spLocks noGrp="1"/>
          </p:cNvSpPr>
          <p:nvPr>
            <p:ph type="title"/>
          </p:nvPr>
        </p:nvSpPr>
        <p:spPr>
          <a:xfrm>
            <a:off x="707924" y="629265"/>
            <a:ext cx="4064101" cy="1025012"/>
          </a:xfrm>
        </p:spPr>
        <p:txBody>
          <a:bodyPr/>
          <a:lstStyle/>
          <a:p>
            <a:pPr algn="ctr"/>
            <a:r>
              <a:rPr lang="en-IN" b="1" u="sng" dirty="0">
                <a:latin typeface="Times New Roman" panose="02020603050405020304" pitchFamily="18" charset="0"/>
                <a:cs typeface="Times New Roman" panose="02020603050405020304" pitchFamily="18" charset="0"/>
              </a:rPr>
              <a:t>Battery  Level Distribution</a:t>
            </a:r>
          </a:p>
        </p:txBody>
      </p:sp>
      <p:graphicFrame>
        <p:nvGraphicFramePr>
          <p:cNvPr id="5" name="Picture Placeholder 4">
            <a:extLst>
              <a:ext uri="{FF2B5EF4-FFF2-40B4-BE49-F238E27FC236}">
                <a16:creationId xmlns:a16="http://schemas.microsoft.com/office/drawing/2014/main" id="{D3FF1620-4923-465B-9220-C3ADE52482F8}"/>
              </a:ext>
            </a:extLst>
          </p:cNvPr>
          <p:cNvGraphicFramePr>
            <a:graphicFrameLocks noGrp="1"/>
          </p:cNvGraphicFramePr>
          <p:nvPr>
            <p:ph type="pic" idx="1"/>
            <p:extLst>
              <p:ext uri="{D42A27DB-BD31-4B8C-83A1-F6EECF244321}">
                <p14:modId xmlns:p14="http://schemas.microsoft.com/office/powerpoint/2010/main" val="255585114"/>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004D337C-0C41-0918-C359-728EA4DE9D7E}"/>
              </a:ext>
            </a:extLst>
          </p:cNvPr>
          <p:cNvSpPr>
            <a:spLocks noGrp="1"/>
          </p:cNvSpPr>
          <p:nvPr>
            <p:ph type="body" sz="half" idx="2"/>
          </p:nvPr>
        </p:nvSpPr>
        <p:spPr>
          <a:xfrm>
            <a:off x="707924" y="1848465"/>
            <a:ext cx="4064102" cy="4020523"/>
          </a:xfrm>
        </p:spPr>
        <p:txBody>
          <a:bodyPr/>
          <a:lstStyle/>
          <a:p>
            <a:pPr marL="342900" indent="-342900">
              <a:buFont typeface="Arial" panose="020B0604020202020204" pitchFamily="34" charset="0"/>
              <a:buChar char="•"/>
            </a:pPr>
            <a:r>
              <a:rPr lang="en-US" sz="2000" dirty="0"/>
              <a:t>Average battery level by vehicle type.</a:t>
            </a:r>
          </a:p>
          <a:p>
            <a:pPr marL="342900" indent="-342900">
              <a:buFont typeface="Arial" panose="020B0604020202020204" pitchFamily="34" charset="0"/>
              <a:buChar char="•"/>
            </a:pPr>
            <a:r>
              <a:rPr lang="en-US" sz="2000" dirty="0"/>
              <a:t>E-Scooters show slightly higher battery levels.</a:t>
            </a:r>
          </a:p>
          <a:p>
            <a:pPr marL="342900" indent="-342900">
              <a:buFont typeface="Arial" panose="020B0604020202020204" pitchFamily="34" charset="0"/>
              <a:buChar char="•"/>
            </a:pPr>
            <a:r>
              <a:rPr lang="en-US" sz="2000" dirty="0"/>
              <a:t>Battery performance appears stable.</a:t>
            </a:r>
          </a:p>
          <a:p>
            <a:endParaRPr lang="en-IN" dirty="0"/>
          </a:p>
        </p:txBody>
      </p:sp>
    </p:spTree>
    <p:extLst>
      <p:ext uri="{BB962C8B-B14F-4D97-AF65-F5344CB8AC3E}">
        <p14:creationId xmlns:p14="http://schemas.microsoft.com/office/powerpoint/2010/main" val="3205158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C3A5E-0F0D-2E5B-499B-6FE3F041248D}"/>
              </a:ext>
            </a:extLst>
          </p:cNvPr>
          <p:cNvSpPr>
            <a:spLocks noGrp="1"/>
          </p:cNvSpPr>
          <p:nvPr>
            <p:ph type="title"/>
          </p:nvPr>
        </p:nvSpPr>
        <p:spPr>
          <a:xfrm>
            <a:off x="839788" y="457200"/>
            <a:ext cx="3932237" cy="1135626"/>
          </a:xfrm>
        </p:spPr>
        <p:txBody>
          <a:bodyPr>
            <a:normAutofit/>
          </a:bodyPr>
          <a:lstStyle/>
          <a:p>
            <a:pPr algn="ctr"/>
            <a:r>
              <a:rPr lang="en-IN" b="1" u="sng" dirty="0">
                <a:latin typeface="Times New Roman" panose="02020603050405020304" pitchFamily="18" charset="0"/>
                <a:cs typeface="Times New Roman" panose="02020603050405020304" pitchFamily="18" charset="0"/>
              </a:rPr>
              <a:t>Traffic Condition vs Rental Count</a:t>
            </a:r>
          </a:p>
        </p:txBody>
      </p:sp>
      <p:graphicFrame>
        <p:nvGraphicFramePr>
          <p:cNvPr id="5" name="Picture Placeholder 4">
            <a:extLst>
              <a:ext uri="{FF2B5EF4-FFF2-40B4-BE49-F238E27FC236}">
                <a16:creationId xmlns:a16="http://schemas.microsoft.com/office/drawing/2014/main" id="{50C62619-522B-4055-8C24-11FBB58AF0CF}"/>
              </a:ext>
            </a:extLst>
          </p:cNvPr>
          <p:cNvGraphicFramePr>
            <a:graphicFrameLocks noGrp="1"/>
          </p:cNvGraphicFramePr>
          <p:nvPr>
            <p:ph type="pic" idx="1"/>
            <p:extLst>
              <p:ext uri="{D42A27DB-BD31-4B8C-83A1-F6EECF244321}">
                <p14:modId xmlns:p14="http://schemas.microsoft.com/office/powerpoint/2010/main" val="3719018610"/>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9C31DCCD-4F1D-707D-29A5-A942028491CA}"/>
              </a:ext>
            </a:extLst>
          </p:cNvPr>
          <p:cNvSpPr>
            <a:spLocks noGrp="1"/>
          </p:cNvSpPr>
          <p:nvPr>
            <p:ph type="body" sz="half" idx="2"/>
          </p:nvPr>
        </p:nvSpPr>
        <p:spPr>
          <a:xfrm>
            <a:off x="648930" y="1779639"/>
            <a:ext cx="4123096" cy="4089349"/>
          </a:xfrm>
        </p:spPr>
        <p:txBody>
          <a:bodyPr>
            <a:normAutofit/>
          </a:bodyPr>
          <a:lstStyle/>
          <a:p>
            <a:pPr marL="342900" indent="-342900">
              <a:buFont typeface="Arial" panose="020B0604020202020204" pitchFamily="34" charset="0"/>
              <a:buChar char="•"/>
            </a:pPr>
            <a:r>
              <a:rPr lang="en-US" sz="2400" dirty="0"/>
              <a:t>Rental distribution across:</a:t>
            </a:r>
          </a:p>
          <a:p>
            <a:pPr marL="342900" indent="-342900">
              <a:buFont typeface="Arial" panose="020B0604020202020204" pitchFamily="34" charset="0"/>
              <a:buChar char="•"/>
            </a:pPr>
            <a:r>
              <a:rPr lang="en-US" sz="2000" dirty="0"/>
              <a:t>High</a:t>
            </a:r>
          </a:p>
          <a:p>
            <a:pPr marL="342900" indent="-342900">
              <a:buFont typeface="Arial" panose="020B0604020202020204" pitchFamily="34" charset="0"/>
              <a:buChar char="•"/>
            </a:pPr>
            <a:r>
              <a:rPr lang="en-US" sz="2000" dirty="0"/>
              <a:t>Medium</a:t>
            </a:r>
          </a:p>
          <a:p>
            <a:pPr marL="342900" indent="-342900">
              <a:buFont typeface="Arial" panose="020B0604020202020204" pitchFamily="34" charset="0"/>
              <a:buChar char="•"/>
            </a:pPr>
            <a:r>
              <a:rPr lang="en-US" sz="2000" dirty="0"/>
              <a:t>Low traffic</a:t>
            </a:r>
          </a:p>
          <a:p>
            <a:pPr marL="342900" indent="-342900">
              <a:buFont typeface="Arial" panose="020B0604020202020204" pitchFamily="34" charset="0"/>
              <a:buChar char="•"/>
            </a:pPr>
            <a:r>
              <a:rPr lang="en-US" sz="2400" dirty="0"/>
              <a:t>Rentals remain consistent even during high traffic.</a:t>
            </a:r>
          </a:p>
          <a:p>
            <a:pPr marL="342900" indent="-342900">
              <a:buFont typeface="Arial" panose="020B0604020202020204" pitchFamily="34" charset="0"/>
              <a:buChar char="•"/>
            </a:pPr>
            <a:r>
              <a:rPr lang="en-US" sz="2400" dirty="0"/>
              <a:t>EV rentals are used as daily commuting transport.</a:t>
            </a:r>
          </a:p>
          <a:p>
            <a:endParaRPr lang="en-IN" sz="2400" dirty="0"/>
          </a:p>
        </p:txBody>
      </p:sp>
    </p:spTree>
    <p:extLst>
      <p:ext uri="{BB962C8B-B14F-4D97-AF65-F5344CB8AC3E}">
        <p14:creationId xmlns:p14="http://schemas.microsoft.com/office/powerpoint/2010/main" val="2404515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D0A93CA-26D7-61B1-28E2-2E67CEEB7EBC}"/>
              </a:ext>
            </a:extLst>
          </p:cNvPr>
          <p:cNvSpPr>
            <a:spLocks noGrp="1"/>
          </p:cNvSpPr>
          <p:nvPr>
            <p:ph type="title"/>
          </p:nvPr>
        </p:nvSpPr>
        <p:spPr/>
        <p:txBody>
          <a:bodyPr/>
          <a:lstStyle/>
          <a:p>
            <a:r>
              <a:rPr lang="en-IN" b="1" u="sng" dirty="0">
                <a:latin typeface="Times New Roman" panose="02020603050405020304" pitchFamily="18" charset="0"/>
                <a:cs typeface="Times New Roman" panose="02020603050405020304" pitchFamily="18" charset="0"/>
              </a:rPr>
              <a:t>Conclusion</a:t>
            </a:r>
          </a:p>
        </p:txBody>
      </p:sp>
      <p:sp>
        <p:nvSpPr>
          <p:cNvPr id="6" name="Content Placeholder 5">
            <a:extLst>
              <a:ext uri="{FF2B5EF4-FFF2-40B4-BE49-F238E27FC236}">
                <a16:creationId xmlns:a16="http://schemas.microsoft.com/office/drawing/2014/main" id="{6B8F0E61-DA98-F815-0BB1-B0F4F6F7182A}"/>
              </a:ext>
            </a:extLst>
          </p:cNvPr>
          <p:cNvSpPr>
            <a:spLocks noGrp="1"/>
          </p:cNvSpPr>
          <p:nvPr>
            <p:ph idx="1"/>
          </p:nvPr>
        </p:nvSpPr>
        <p:spPr>
          <a:xfrm>
            <a:off x="838200" y="1543665"/>
            <a:ext cx="10515600" cy="4633298"/>
          </a:xfrm>
        </p:spPr>
        <p:txBody>
          <a:bodyPr>
            <a:normAutofit/>
          </a:bodyPr>
          <a:lstStyle/>
          <a:p>
            <a:pPr marL="0" indent="0">
              <a:buNone/>
            </a:pPr>
            <a:r>
              <a:rPr lang="en-US" dirty="0"/>
              <a:t>This EV Rentals Dashboard analyzes 150 rental records to understand vehicle usage, customer behavior, and operational factors. E-Scooters show slightly higher demand than E-Bikes. Sunny weather increases rentals, while traffic does not significantly reduce demand. Members contribute more revenue, indicating strong customer loyalty. Battery monitoring is important to maintain service reliability. Overall, the dashboard supports fleet optimization and business strategy.</a:t>
            </a:r>
            <a:endParaRPr lang="en-IN" dirty="0"/>
          </a:p>
        </p:txBody>
      </p:sp>
    </p:spTree>
    <p:extLst>
      <p:ext uri="{BB962C8B-B14F-4D97-AF65-F5344CB8AC3E}">
        <p14:creationId xmlns:p14="http://schemas.microsoft.com/office/powerpoint/2010/main" val="2181071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4C49D-FAD4-6D28-7986-4E9738C1ACCA}"/>
              </a:ext>
            </a:extLst>
          </p:cNvPr>
          <p:cNvSpPr>
            <a:spLocks noGrp="1"/>
          </p:cNvSpPr>
          <p:nvPr>
            <p:ph type="title"/>
          </p:nvPr>
        </p:nvSpPr>
        <p:spPr>
          <a:xfrm>
            <a:off x="680883" y="914401"/>
            <a:ext cx="10515600" cy="2743200"/>
          </a:xfrm>
        </p:spPr>
        <p:txBody>
          <a:bodyPr>
            <a:normAutofit/>
          </a:bodyPr>
          <a:lstStyle/>
          <a:p>
            <a:pPr algn="ctr"/>
            <a:r>
              <a:rPr lang="en-IN" sz="6600" b="1" dirty="0">
                <a:latin typeface="Algerian" panose="04020705040A02060702" pitchFamily="82" charset="0"/>
                <a:cs typeface="Times New Roman" panose="02020603050405020304" pitchFamily="18" charset="0"/>
              </a:rPr>
              <a:t>THANK YOU</a:t>
            </a:r>
          </a:p>
        </p:txBody>
      </p:sp>
    </p:spTree>
    <p:extLst>
      <p:ext uri="{BB962C8B-B14F-4D97-AF65-F5344CB8AC3E}">
        <p14:creationId xmlns:p14="http://schemas.microsoft.com/office/powerpoint/2010/main" val="24460222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23</TotalTime>
  <Words>360</Words>
  <Application>Microsoft Office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Algerian</vt:lpstr>
      <vt:lpstr>Arial</vt:lpstr>
      <vt:lpstr>Calibri</vt:lpstr>
      <vt:lpstr>Calibri Light</vt:lpstr>
      <vt:lpstr>Courier New</vt:lpstr>
      <vt:lpstr>Times New Roman</vt:lpstr>
      <vt:lpstr>Office Theme</vt:lpstr>
      <vt:lpstr>EV  –  RENTAL ANALYTICS</vt:lpstr>
      <vt:lpstr>PowerPoint Presentation</vt:lpstr>
      <vt:lpstr>Dataset Overview</vt:lpstr>
      <vt:lpstr>Dashboard Objective</vt:lpstr>
      <vt:lpstr>Vehicle Type Usage Chart</vt:lpstr>
      <vt:lpstr>Member vs Visitor (Sum of Cost)</vt:lpstr>
      <vt:lpstr>Distance vs Speed</vt:lpstr>
      <vt:lpstr>Rentals by Weather Type</vt:lpstr>
      <vt:lpstr>Battery  Level Distribution</vt:lpstr>
      <vt:lpstr>Traffic Condition vs Rental Count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WAFA SHAKKIR</dc:creator>
  <cp:lastModifiedBy>WAFA SHAKKIR</cp:lastModifiedBy>
  <cp:revision>1</cp:revision>
  <dcterms:created xsi:type="dcterms:W3CDTF">2026-02-14T07:44:25Z</dcterms:created>
  <dcterms:modified xsi:type="dcterms:W3CDTF">2026-02-14T14:03:14Z</dcterms:modified>
</cp:coreProperties>
</file>