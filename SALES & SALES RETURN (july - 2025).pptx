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A2986-1489-4131-B3BE-3B1B870698A3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38F9C-B40D-48C1-B840-FA7CCF308B34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6081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A2986-1489-4131-B3BE-3B1B870698A3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38F9C-B40D-48C1-B840-FA7CCF308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2169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A2986-1489-4131-B3BE-3B1B870698A3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38F9C-B40D-48C1-B840-FA7CCF308B34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7550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A2986-1489-4131-B3BE-3B1B870698A3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38F9C-B40D-48C1-B840-FA7CCF308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2781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A2986-1489-4131-B3BE-3B1B870698A3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38F9C-B40D-48C1-B840-FA7CCF308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491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A2986-1489-4131-B3BE-3B1B870698A3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38F9C-B40D-48C1-B840-FA7CCF308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5181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A2986-1489-4131-B3BE-3B1B870698A3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38F9C-B40D-48C1-B840-FA7CCF308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198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81A2986-1489-4131-B3BE-3B1B870698A3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F838F9C-B40D-48C1-B840-FA7CCF308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4827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A2986-1489-4131-B3BE-3B1B870698A3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38F9C-B40D-48C1-B840-FA7CCF308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052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A2986-1489-4131-B3BE-3B1B870698A3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38F9C-B40D-48C1-B840-FA7CCF308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2037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A2986-1489-4131-B3BE-3B1B870698A3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38F9C-B40D-48C1-B840-FA7CCF308B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809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81A2986-1489-4131-B3BE-3B1B870698A3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F838F9C-B40D-48C1-B840-FA7CCF308B34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7537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24B7C-49A8-58F4-0EBE-033180ABAE4B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732631" y="1838889"/>
            <a:ext cx="10726738" cy="1985962"/>
          </a:xfrm>
        </p:spPr>
        <p:txBody>
          <a:bodyPr>
            <a:noAutofit/>
          </a:bodyPr>
          <a:lstStyle/>
          <a:p>
            <a:pPr algn="ctr"/>
            <a:r>
              <a:rPr lang="en-IN" sz="6600" b="1" dirty="0">
                <a:latin typeface="Baskerville Old Face" panose="02020602080505020303" pitchFamily="18" charset="0"/>
                <a:cs typeface="Times New Roman" panose="02020603050405020304" pitchFamily="18" charset="0"/>
              </a:rPr>
              <a:t>SALES &amp; SALES RETURN</a:t>
            </a:r>
            <a:br>
              <a:rPr lang="en-IN" b="1" dirty="0">
                <a:latin typeface="Baskerville Old Face" panose="02020602080505020303" pitchFamily="18" charset="0"/>
                <a:cs typeface="Times New Roman" panose="02020603050405020304" pitchFamily="18" charset="0"/>
              </a:rPr>
            </a:br>
            <a:r>
              <a:rPr lang="en-IN" sz="6600" b="1" dirty="0">
                <a:latin typeface="Baskerville Old Face" panose="02020602080505020303" pitchFamily="18" charset="0"/>
                <a:cs typeface="Times New Roman" panose="02020603050405020304" pitchFamily="18" charset="0"/>
              </a:rPr>
              <a:t>ANALYSIS ( JULY – 2025 )</a:t>
            </a:r>
            <a:endParaRPr lang="en-IN" b="1" dirty="0">
              <a:latin typeface="Baskerville Old Face" panose="020206020805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EAD493-FA46-8867-249D-ABA9857553C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9115425" y="4833938"/>
            <a:ext cx="3076575" cy="990600"/>
          </a:xfrm>
        </p:spPr>
        <p:txBody>
          <a:bodyPr>
            <a:normAutofit/>
          </a:bodyPr>
          <a:lstStyle/>
          <a:p>
            <a:pPr algn="l"/>
            <a:r>
              <a:rPr lang="en-IN" dirty="0"/>
              <a:t>WAFA SHAKKIR</a:t>
            </a:r>
          </a:p>
          <a:p>
            <a:pPr algn="l"/>
            <a:r>
              <a:rPr lang="en-IN" dirty="0"/>
              <a:t>DATA ANALYST INTERN</a:t>
            </a:r>
          </a:p>
        </p:txBody>
      </p:sp>
    </p:spTree>
    <p:extLst>
      <p:ext uri="{BB962C8B-B14F-4D97-AF65-F5344CB8AC3E}">
        <p14:creationId xmlns:p14="http://schemas.microsoft.com/office/powerpoint/2010/main" val="356974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7CA73-BDC4-6DEE-D226-51208FD0754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66800" y="29497"/>
            <a:ext cx="10058400" cy="1000125"/>
          </a:xfrm>
        </p:spPr>
        <p:txBody>
          <a:bodyPr/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v/s SALES RETURNS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E82DFA-9DD9-5698-6F81-766F4F31CFD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66800" y="1029622"/>
            <a:ext cx="10058400" cy="4022725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400" dirty="0"/>
              <a:t>To compare two dashboards (sales performance and sales returns) and identify strengths, weaknesses, business insights.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Prepare for strategic decision making.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High sales categories have high returns.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Stable distribution across CGST,SGST,IGST.</a:t>
            </a:r>
          </a:p>
          <a:p>
            <a:pPr marL="457200" indent="-457200">
              <a:buFont typeface="+mj-lt"/>
              <a:buAutoNum type="arabicPeriod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8604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BB048-4DA4-663A-6491-18BC9980DDD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66800" y="0"/>
            <a:ext cx="10058400" cy="1127125"/>
          </a:xfrm>
        </p:spPr>
        <p:txBody>
          <a:bodyPr/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C583EA-F68C-217B-F56E-01DEA0174D7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66800" y="1127125"/>
            <a:ext cx="10058400" cy="4022725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400" dirty="0"/>
              <a:t>Daily fluctuations observed.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No consistent growth.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Peak day visible.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Study cumulative growth.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Revenue accumulation over time.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 err="1"/>
              <a:t>Psc</a:t>
            </a:r>
            <a:r>
              <a:rPr lang="en-IN" sz="2400" dirty="0"/>
              <a:t> dominates sales.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Other units contribute less.</a:t>
            </a:r>
          </a:p>
        </p:txBody>
      </p:sp>
    </p:spTree>
    <p:extLst>
      <p:ext uri="{BB962C8B-B14F-4D97-AF65-F5344CB8AC3E}">
        <p14:creationId xmlns:p14="http://schemas.microsoft.com/office/powerpoint/2010/main" val="781584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A0D9A-3EA7-8DF1-B30B-35FF01A8E4E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66800" y="0"/>
            <a:ext cx="10058400" cy="1156622"/>
          </a:xfrm>
        </p:spPr>
        <p:txBody>
          <a:bodyPr/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RETURN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402E7B-5F32-3E8D-8D4B-C1D7A811797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66800" y="1156622"/>
            <a:ext cx="10058400" cy="4022725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400" dirty="0"/>
              <a:t>Increasing return trends.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Spikes indicates issues.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Return effects the profit.</a:t>
            </a:r>
          </a:p>
          <a:p>
            <a:pPr marL="457200" indent="-457200">
              <a:buFont typeface="+mj-lt"/>
              <a:buAutoNum type="arabicPeriod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926077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539A9-501C-72C0-DEDE-B53A6E70E6E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66800" y="0"/>
            <a:ext cx="10058400" cy="1156622"/>
          </a:xfrm>
        </p:spPr>
        <p:txBody>
          <a:bodyPr/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5C32A-05AE-EBB2-96AC-B65BE9D2344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150374" y="1156622"/>
            <a:ext cx="10058400" cy="402272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moderates.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returns high.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 required to improve profitability.</a:t>
            </a:r>
          </a:p>
        </p:txBody>
      </p:sp>
    </p:spTree>
    <p:extLst>
      <p:ext uri="{BB962C8B-B14F-4D97-AF65-F5344CB8AC3E}">
        <p14:creationId xmlns:p14="http://schemas.microsoft.com/office/powerpoint/2010/main" val="719772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55A0F-9BC1-F869-FF7D-92DF78E77F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66800" y="-98322"/>
            <a:ext cx="10058400" cy="1219200"/>
          </a:xfrm>
        </p:spPr>
        <p:txBody>
          <a:bodyPr/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IDENTIFIED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703107-D1D4-DD1D-C912-6E4E546F442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66800" y="1120878"/>
            <a:ext cx="10058400" cy="4022725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400" dirty="0"/>
              <a:t>High returns 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Negative net sales.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Customer dependency.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Category issues.</a:t>
            </a:r>
          </a:p>
        </p:txBody>
      </p:sp>
    </p:spTree>
    <p:extLst>
      <p:ext uri="{BB962C8B-B14F-4D97-AF65-F5344CB8AC3E}">
        <p14:creationId xmlns:p14="http://schemas.microsoft.com/office/powerpoint/2010/main" val="1214723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6C701-59FB-AEB9-3424-53C8FA80377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66800" y="0"/>
            <a:ext cx="10058400" cy="1128507"/>
          </a:xfrm>
        </p:spPr>
        <p:txBody>
          <a:bodyPr/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D11294-C538-8679-32CE-540E9B8CD7B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66800" y="1128507"/>
            <a:ext cx="10058400" cy="4022725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400" dirty="0"/>
              <a:t>Few customers dominates.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Cash counter major contributor.</a:t>
            </a:r>
          </a:p>
        </p:txBody>
      </p:sp>
    </p:spTree>
    <p:extLst>
      <p:ext uri="{BB962C8B-B14F-4D97-AF65-F5344CB8AC3E}">
        <p14:creationId xmlns:p14="http://schemas.microsoft.com/office/powerpoint/2010/main" val="4175847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4B152-DB3F-C77E-D0A7-D9C32FBA801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93058" y="0"/>
            <a:ext cx="10058400" cy="1177668"/>
          </a:xfrm>
        </p:spPr>
        <p:txBody>
          <a:bodyPr/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3556E6-226D-B8BB-A101-33891E78248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66800" y="1177668"/>
            <a:ext cx="10058400" cy="4022725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400" dirty="0"/>
              <a:t>Improve quality.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Monitor returns.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Improve logistics.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Expand customer base.</a:t>
            </a:r>
          </a:p>
        </p:txBody>
      </p:sp>
    </p:spTree>
    <p:extLst>
      <p:ext uri="{BB962C8B-B14F-4D97-AF65-F5344CB8AC3E}">
        <p14:creationId xmlns:p14="http://schemas.microsoft.com/office/powerpoint/2010/main" val="2099499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3E9145-899C-B57C-EF00-6B2993F2E4E1}"/>
              </a:ext>
            </a:extLst>
          </p:cNvPr>
          <p:cNvSpPr txBox="1"/>
          <p:nvPr/>
        </p:nvSpPr>
        <p:spPr>
          <a:xfrm>
            <a:off x="2989007" y="2705725"/>
            <a:ext cx="621398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800" dirty="0">
                <a:latin typeface="Algerian" panose="04020705040A02060702" pitchFamily="82" charset="0"/>
              </a:rPr>
              <a:t>THANK</a:t>
            </a:r>
            <a:r>
              <a:rPr lang="en-IN" sz="8000" dirty="0">
                <a:latin typeface="Algerian" panose="04020705040A02060702" pitchFamily="82" charset="0"/>
              </a:rPr>
              <a:t> YOU</a:t>
            </a:r>
            <a:endParaRPr lang="en-IN" sz="8000" dirty="0"/>
          </a:p>
        </p:txBody>
      </p:sp>
    </p:spTree>
    <p:extLst>
      <p:ext uri="{BB962C8B-B14F-4D97-AF65-F5344CB8AC3E}">
        <p14:creationId xmlns:p14="http://schemas.microsoft.com/office/powerpoint/2010/main" val="380492990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99</TotalTime>
  <Words>166</Words>
  <Application>Microsoft Office PowerPoint</Application>
  <PresentationFormat>Widescreen</PresentationFormat>
  <Paragraphs>38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Algerian</vt:lpstr>
      <vt:lpstr>Arial</vt:lpstr>
      <vt:lpstr>Baskerville Old Face</vt:lpstr>
      <vt:lpstr>Calibri</vt:lpstr>
      <vt:lpstr>Calibri Light</vt:lpstr>
      <vt:lpstr>Times New Roman</vt:lpstr>
      <vt:lpstr>Retrospect</vt:lpstr>
      <vt:lpstr>SALES &amp; SALES RETURN ANALYSIS ( JULY – 2025 )</vt:lpstr>
      <vt:lpstr>SALES v/s SALES RETURNS </vt:lpstr>
      <vt:lpstr>SALES</vt:lpstr>
      <vt:lpstr>SALES RETURN</vt:lpstr>
      <vt:lpstr>KEY INSIGHTS</vt:lpstr>
      <vt:lpstr>PROBLEMS IDENTIFIED</vt:lpstr>
      <vt:lpstr>IMPACTS</vt:lpstr>
      <vt:lpstr>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WAFA SHAKKIR</dc:creator>
  <cp:lastModifiedBy>WAFA SHAKKIR</cp:lastModifiedBy>
  <cp:revision>3</cp:revision>
  <dcterms:created xsi:type="dcterms:W3CDTF">2026-04-03T05:09:35Z</dcterms:created>
  <dcterms:modified xsi:type="dcterms:W3CDTF">2026-04-03T06:49:59Z</dcterms:modified>
</cp:coreProperties>
</file>