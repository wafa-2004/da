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21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514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46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6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56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828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72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32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9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08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7096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830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173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62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203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19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E912E-9659-4E5B-8463-05816E06B2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8DDB5-0D20-421E-827B-23EC1D2AE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619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F40F2-CA56-AD19-DC30-571DA6F03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1201" y="1069258"/>
            <a:ext cx="9418320" cy="2359742"/>
          </a:xfrm>
        </p:spPr>
        <p:txBody>
          <a:bodyPr/>
          <a:lstStyle/>
          <a:p>
            <a:pPr algn="ctr"/>
            <a:r>
              <a:rPr lang="en-IN" dirty="0">
                <a:latin typeface="Algerian" panose="04020705040A02060702" pitchFamily="82" charset="0"/>
              </a:rPr>
              <a:t>VANDE BHARAT TRAIN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44B19-E957-D7ED-DCFD-812735605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9922" y="4653116"/>
            <a:ext cx="6619469" cy="1226574"/>
          </a:xfrm>
        </p:spPr>
        <p:txBody>
          <a:bodyPr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POWER BI DASHBOARD PRESENTATION BY</a:t>
            </a:r>
          </a:p>
          <a:p>
            <a:pPr algn="r"/>
            <a:r>
              <a:rPr lang="en-IN" dirty="0">
                <a:solidFill>
                  <a:schemeClr val="tx1"/>
                </a:solidFill>
              </a:rPr>
              <a:t>WAFA SHAKKIR</a:t>
            </a:r>
          </a:p>
        </p:txBody>
      </p:sp>
    </p:spTree>
    <p:extLst>
      <p:ext uri="{BB962C8B-B14F-4D97-AF65-F5344CB8AC3E}">
        <p14:creationId xmlns:p14="http://schemas.microsoft.com/office/powerpoint/2010/main" val="3742230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1D1656-A4CC-4235-1D84-2D0FDC137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21"/>
            <a:ext cx="12192000" cy="682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49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5722-71BB-3606-7DD1-599A75FA0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81" y="363793"/>
            <a:ext cx="10353761" cy="1038042"/>
          </a:xfrm>
        </p:spPr>
        <p:txBody>
          <a:bodyPr>
            <a:normAutofit/>
          </a:bodyPr>
          <a:lstStyle/>
          <a:p>
            <a:pPr algn="l"/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KPI</a:t>
            </a:r>
            <a:r>
              <a:rPr lang="en-IN" sz="3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6027-F6BA-4C29-F85C-F0764F152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81" y="1581431"/>
            <a:ext cx="10353762" cy="4485071"/>
          </a:xfrm>
        </p:spPr>
        <p:txBody>
          <a:bodyPr/>
          <a:lstStyle/>
          <a:p>
            <a:r>
              <a:rPr lang="en-IN"/>
              <a:t>Fastest </a:t>
            </a:r>
            <a:r>
              <a:rPr lang="en-IN" dirty="0"/>
              <a:t>train</a:t>
            </a:r>
          </a:p>
          <a:p>
            <a:r>
              <a:rPr lang="en-IN" dirty="0"/>
              <a:t>Total coaches</a:t>
            </a:r>
          </a:p>
          <a:p>
            <a:r>
              <a:rPr lang="en-IN" dirty="0"/>
              <a:t>Median of year of inauguration</a:t>
            </a:r>
          </a:p>
          <a:p>
            <a:r>
              <a:rPr lang="en-IN" dirty="0"/>
              <a:t>Average of total cities</a:t>
            </a:r>
          </a:p>
        </p:txBody>
      </p:sp>
    </p:spTree>
    <p:extLst>
      <p:ext uri="{BB962C8B-B14F-4D97-AF65-F5344CB8AC3E}">
        <p14:creationId xmlns:p14="http://schemas.microsoft.com/office/powerpoint/2010/main" val="1426059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EB88-56D9-E948-32F5-824B71B82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27" y="226143"/>
            <a:ext cx="11376527" cy="1041186"/>
          </a:xfrm>
        </p:spPr>
        <p:txBody>
          <a:bodyPr>
            <a:normAutofit/>
          </a:bodyPr>
          <a:lstStyle/>
          <a:p>
            <a:pPr algn="l"/>
            <a:r>
              <a:rPr lang="en-IN" sz="4000" dirty="0"/>
              <a:t>Dashboard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1D51-E04D-EED1-4706-6267A4C0A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736" y="1142334"/>
            <a:ext cx="11376527" cy="4948749"/>
          </a:xfrm>
        </p:spPr>
        <p:txBody>
          <a:bodyPr/>
          <a:lstStyle/>
          <a:p>
            <a:r>
              <a:rPr lang="en-US" dirty="0"/>
              <a:t>• Average Speed by Train (Bar Chart)</a:t>
            </a:r>
          </a:p>
          <a:p>
            <a:r>
              <a:rPr lang="en-US" dirty="0"/>
              <a:t>• Distance by Train (Column Chart)</a:t>
            </a:r>
          </a:p>
          <a:p>
            <a:r>
              <a:rPr lang="en-US" dirty="0"/>
              <a:t>• Route Coverage (Line &amp; Column Chart)</a:t>
            </a:r>
          </a:p>
          <a:p>
            <a:r>
              <a:rPr lang="en-US" dirty="0"/>
              <a:t>• Inauguration Trend (Line Chart)</a:t>
            </a:r>
          </a:p>
          <a:p>
            <a:r>
              <a:rPr lang="en-US" dirty="0"/>
              <a:t>• Speed Distribution (Pie Chart)</a:t>
            </a:r>
          </a:p>
          <a:p>
            <a:r>
              <a:rPr lang="en-US" dirty="0"/>
              <a:t>• Route Details (Table)</a:t>
            </a:r>
          </a:p>
          <a:p>
            <a:r>
              <a:rPr lang="en-US" dirty="0"/>
              <a:t>•Average Day of Inauguration &amp; Count of Originating-Terminating (City) by Year of Inauguration (Line &amp; Stacked Column Chart)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809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45</TotalTime>
  <Words>96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Algerian</vt:lpstr>
      <vt:lpstr>Arial</vt:lpstr>
      <vt:lpstr>Bookman Old Style</vt:lpstr>
      <vt:lpstr>Rockwell</vt:lpstr>
      <vt:lpstr>Damask</vt:lpstr>
      <vt:lpstr>VANDE BHARAT TRAIN ANALYSIS</vt:lpstr>
      <vt:lpstr>PowerPoint Presentation</vt:lpstr>
      <vt:lpstr>KPIs</vt:lpstr>
      <vt:lpstr>Dashboard Visualizations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WAFA SHAKKIR</dc:creator>
  <cp:lastModifiedBy>WAFA SHAKKIR</cp:lastModifiedBy>
  <cp:revision>1</cp:revision>
  <dcterms:created xsi:type="dcterms:W3CDTF">2026-02-15T12:11:23Z</dcterms:created>
  <dcterms:modified xsi:type="dcterms:W3CDTF">2026-02-15T12:57:03Z</dcterms:modified>
</cp:coreProperties>
</file>