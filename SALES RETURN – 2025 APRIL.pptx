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7" r:id="rId1"/>
  </p:sldMasterIdLst>
  <p:sldIdLst>
    <p:sldId id="256" r:id="rId2"/>
    <p:sldId id="260" r:id="rId3"/>
    <p:sldId id="258" r:id="rId4"/>
    <p:sldId id="259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D6E91-C61C-4C5E-BF48-09436620CA3D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ABAB8-5AF2-4D3D-835D-3889D66AC816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5855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D6E91-C61C-4C5E-BF48-09436620CA3D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ABAB8-5AF2-4D3D-835D-3889D66AC8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073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D6E91-C61C-4C5E-BF48-09436620CA3D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ABAB8-5AF2-4D3D-835D-3889D66AC816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3812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D6E91-C61C-4C5E-BF48-09436620CA3D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ABAB8-5AF2-4D3D-835D-3889D66AC8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509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D6E91-C61C-4C5E-BF48-09436620CA3D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ABAB8-5AF2-4D3D-835D-3889D66AC8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8029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D6E91-C61C-4C5E-BF48-09436620CA3D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ABAB8-5AF2-4D3D-835D-3889D66AC8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2729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D6E91-C61C-4C5E-BF48-09436620CA3D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ABAB8-5AF2-4D3D-835D-3889D66AC8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8990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54D6E91-C61C-4C5E-BF48-09436620CA3D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11ABAB8-5AF2-4D3D-835D-3889D66AC8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2505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D6E91-C61C-4C5E-BF48-09436620CA3D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ABAB8-5AF2-4D3D-835D-3889D66AC8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0667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D6E91-C61C-4C5E-BF48-09436620CA3D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ABAB8-5AF2-4D3D-835D-3889D66AC8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082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D6E91-C61C-4C5E-BF48-09436620CA3D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ABAB8-5AF2-4D3D-835D-3889D66AC8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6849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54D6E91-C61C-4C5E-BF48-09436620CA3D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11ABAB8-5AF2-4D3D-835D-3889D66AC816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9892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D1034-3272-8FB9-F285-2B6B3B1571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7355" y="1334731"/>
            <a:ext cx="9537290" cy="2387600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RETURN – 2025 APRIL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A5B07E-7664-A4F3-28A0-782DA89976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05135" y="5250426"/>
            <a:ext cx="4286865" cy="1607574"/>
          </a:xfrm>
        </p:spPr>
        <p:txBody>
          <a:bodyPr>
            <a:normAutofit/>
          </a:bodyPr>
          <a:lstStyle/>
          <a:p>
            <a:pPr algn="l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WAFA SHAKKIR</a:t>
            </a:r>
          </a:p>
          <a:p>
            <a:pPr algn="l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 ANALYST INTERN</a:t>
            </a:r>
          </a:p>
        </p:txBody>
      </p:sp>
    </p:spTree>
    <p:extLst>
      <p:ext uri="{BB962C8B-B14F-4D97-AF65-F5344CB8AC3E}">
        <p14:creationId xmlns:p14="http://schemas.microsoft.com/office/powerpoint/2010/main" val="1185823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49027-931F-C02C-3097-4FACB2BD3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78080"/>
            <a:ext cx="10515600" cy="919665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CA318-51D9-E6B4-7192-8F29234C81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5851" y="2054380"/>
            <a:ext cx="10515600" cy="435133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products show significantly higher return quantities.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value fluctuates across the month.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returns are associated with a specific customer.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GST varies based on HSN category.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7687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EA86F-7562-4392-19A7-874F27C5C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9758"/>
            <a:ext cx="10515600" cy="1000688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ISSUES IDENTIFIED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08BC7-0E61-D679-D624-4EC7F74390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6020" y="1995078"/>
            <a:ext cx="10515600" cy="46722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problems identified through the analysis are: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return quantities for specific products.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Possible product quality and packaging issues.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dissatisfaction or incorrect order fulfillment.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proper monitoring of return trends.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2705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0A9DA-FD47-504F-5D5D-F1BA124B9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0765"/>
            <a:ext cx="10515600" cy="1035412"/>
          </a:xfrm>
        </p:spPr>
        <p:txBody>
          <a:bodyPr/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9BF56-915C-8004-BA96-48F654B3F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6019" y="1931480"/>
            <a:ext cx="10515600" cy="45449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sales, the following actions are recommended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quality checks.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quality checks.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products with high return rates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packaging and logistics processes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10029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825F36A-EC1B-9BBB-E38C-A8211ECF76D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78194" y="2703512"/>
            <a:ext cx="10058400" cy="1450975"/>
          </a:xfrm>
        </p:spPr>
        <p:txBody>
          <a:bodyPr>
            <a:normAutofit/>
          </a:bodyPr>
          <a:lstStyle/>
          <a:p>
            <a:pPr algn="ctr"/>
            <a:r>
              <a:rPr lang="en-US" sz="8000" dirty="0">
                <a:latin typeface="Algerian" panose="04020705040A02060702" pitchFamily="82" charset="0"/>
              </a:rPr>
              <a:t>THANK YOU</a:t>
            </a:r>
            <a:endParaRPr lang="en-IN" sz="80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540646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244</TotalTime>
  <Words>118</Words>
  <Application>Microsoft Office PowerPoint</Application>
  <PresentationFormat>Widescreen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Algerian</vt:lpstr>
      <vt:lpstr>Calibri</vt:lpstr>
      <vt:lpstr>Calibri Light</vt:lpstr>
      <vt:lpstr>Times New Roman</vt:lpstr>
      <vt:lpstr>Retrospect</vt:lpstr>
      <vt:lpstr>SALES RETURN – 2025 APRIL</vt:lpstr>
      <vt:lpstr>KEY INSIGHTS</vt:lpstr>
      <vt:lpstr>KEY ISSUES IDENTIFIED</vt:lpstr>
      <vt:lpstr>RECOMMENDATIONS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WAFA SHAKKIR</dc:creator>
  <cp:lastModifiedBy>WAFA SHAKKIR</cp:lastModifiedBy>
  <cp:revision>5</cp:revision>
  <dcterms:created xsi:type="dcterms:W3CDTF">2026-03-09T05:00:03Z</dcterms:created>
  <dcterms:modified xsi:type="dcterms:W3CDTF">2026-03-11T05:25:00Z</dcterms:modified>
</cp:coreProperties>
</file>